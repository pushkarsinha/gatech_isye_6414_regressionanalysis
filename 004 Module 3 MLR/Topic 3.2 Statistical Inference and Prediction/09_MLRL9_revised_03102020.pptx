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1" r:id="rId1"/>
    <p:sldMasterId id="2147484079" r:id="rId2"/>
    <p:sldMasterId id="2147484080" r:id="rId3"/>
  </p:sldMasterIdLst>
  <p:notesMasterIdLst>
    <p:notesMasterId r:id="rId13"/>
  </p:notesMasterIdLst>
  <p:handoutMasterIdLst>
    <p:handoutMasterId r:id="rId14"/>
  </p:handoutMasterIdLst>
  <p:sldIdLst>
    <p:sldId id="501" r:id="rId4"/>
    <p:sldId id="510" r:id="rId5"/>
    <p:sldId id="502" r:id="rId6"/>
    <p:sldId id="503" r:id="rId7"/>
    <p:sldId id="504" r:id="rId8"/>
    <p:sldId id="505" r:id="rId9"/>
    <p:sldId id="506" r:id="rId10"/>
    <p:sldId id="507" r:id="rId11"/>
    <p:sldId id="511" r:id="rId12"/>
  </p:sldIdLst>
  <p:sldSz cx="9144000" cy="5143500" type="screen16x9"/>
  <p:notesSz cx="7315200" cy="9601200"/>
  <p:custDataLst>
    <p:tags r:id="rId15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orient="horz" pos="468" userDrawn="1">
          <p15:clr>
            <a:srgbClr val="A4A3A4"/>
          </p15:clr>
        </p15:guide>
        <p15:guide id="7" orient="horz" pos="804" userDrawn="1">
          <p15:clr>
            <a:srgbClr val="A4A3A4"/>
          </p15:clr>
        </p15:guide>
        <p15:guide id="8" pos="6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ban, Nicoleta" initials="SN" lastIdx="19" clrIdx="0"/>
  <p:cmAuthor id="2" name="zwen42@gatech.com" initials="z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4221"/>
    <a:srgbClr val="00254C"/>
    <a:srgbClr val="FF6600"/>
    <a:srgbClr val="EEB2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908F2D-E1E8-4BBA-83C9-A489B0AA0903}" v="32" dt="2019-12-28T05:04:32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24"/>
    <p:restoredTop sz="96201" autoAdjust="0"/>
  </p:normalViewPr>
  <p:slideViewPr>
    <p:cSldViewPr>
      <p:cViewPr varScale="1">
        <p:scale>
          <a:sx n="79" d="100"/>
          <a:sy n="79" d="100"/>
        </p:scale>
        <p:origin x="1116" y="60"/>
      </p:cViewPr>
      <p:guideLst>
        <p:guide orient="horz" pos="1620"/>
        <p:guide pos="2880"/>
        <p:guide pos="144"/>
        <p:guide pos="384"/>
        <p:guide pos="3456"/>
        <p:guide orient="horz" pos="468"/>
        <p:guide orient="horz" pos="804"/>
        <p:guide pos="6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Levine" userId="be0075ead24e3c6f" providerId="LiveId" clId="{6E908F2D-E1E8-4BBA-83C9-A489B0AA0903}"/>
    <pc:docChg chg="undo custSel addSld delSld modSld">
      <pc:chgData name="Richard Levine" userId="be0075ead24e3c6f" providerId="LiveId" clId="{6E908F2D-E1E8-4BBA-83C9-A489B0AA0903}" dt="2019-12-28T05:04:40.586" v="47" actId="47"/>
      <pc:docMkLst>
        <pc:docMk/>
      </pc:docMkLst>
      <pc:sldChg chg="del">
        <pc:chgData name="Richard Levine" userId="be0075ead24e3c6f" providerId="LiveId" clId="{6E908F2D-E1E8-4BBA-83C9-A489B0AA0903}" dt="2019-12-28T04:58:39.924" v="15" actId="47"/>
        <pc:sldMkLst>
          <pc:docMk/>
          <pc:sldMk cId="0" sldId="293"/>
        </pc:sldMkLst>
      </pc:sldChg>
      <pc:sldChg chg="del">
        <pc:chgData name="Richard Levine" userId="be0075ead24e3c6f" providerId="LiveId" clId="{6E908F2D-E1E8-4BBA-83C9-A489B0AA0903}" dt="2019-12-28T04:59:44.358" v="19" actId="47"/>
        <pc:sldMkLst>
          <pc:docMk/>
          <pc:sldMk cId="0" sldId="294"/>
        </pc:sldMkLst>
      </pc:sldChg>
      <pc:sldChg chg="del">
        <pc:chgData name="Richard Levine" userId="be0075ead24e3c6f" providerId="LiveId" clId="{6E908F2D-E1E8-4BBA-83C9-A489B0AA0903}" dt="2019-12-28T05:00:25.672" v="23" actId="47"/>
        <pc:sldMkLst>
          <pc:docMk/>
          <pc:sldMk cId="0" sldId="295"/>
        </pc:sldMkLst>
      </pc:sldChg>
      <pc:sldChg chg="del">
        <pc:chgData name="Richard Levine" userId="be0075ead24e3c6f" providerId="LiveId" clId="{6E908F2D-E1E8-4BBA-83C9-A489B0AA0903}" dt="2019-12-28T05:02:25.731" v="32" actId="47"/>
        <pc:sldMkLst>
          <pc:docMk/>
          <pc:sldMk cId="0" sldId="299"/>
        </pc:sldMkLst>
      </pc:sldChg>
      <pc:sldChg chg="del">
        <pc:chgData name="Richard Levine" userId="be0075ead24e3c6f" providerId="LiveId" clId="{6E908F2D-E1E8-4BBA-83C9-A489B0AA0903}" dt="2019-12-28T05:02:59.636" v="36" actId="47"/>
        <pc:sldMkLst>
          <pc:docMk/>
          <pc:sldMk cId="0" sldId="300"/>
        </pc:sldMkLst>
      </pc:sldChg>
      <pc:sldChg chg="addSp delSp modSp del">
        <pc:chgData name="Richard Levine" userId="be0075ead24e3c6f" providerId="LiveId" clId="{6E908F2D-E1E8-4BBA-83C9-A489B0AA0903}" dt="2019-12-28T05:04:40.586" v="47" actId="47"/>
        <pc:sldMkLst>
          <pc:docMk/>
          <pc:sldMk cId="924715482" sldId="496"/>
        </pc:sldMkLst>
        <pc:spChg chg="add del mod">
          <ac:chgData name="Richard Levine" userId="be0075ead24e3c6f" providerId="LiveId" clId="{6E908F2D-E1E8-4BBA-83C9-A489B0AA0903}" dt="2019-12-28T04:56:51.228" v="5"/>
          <ac:spMkLst>
            <pc:docMk/>
            <pc:sldMk cId="924715482" sldId="496"/>
            <ac:spMk id="2" creationId="{636E043C-813F-4963-AFAF-EFCC0EC92446}"/>
          </ac:spMkLst>
        </pc:spChg>
        <pc:spChg chg="add del mod">
          <ac:chgData name="Richard Levine" userId="be0075ead24e3c6f" providerId="LiveId" clId="{6E908F2D-E1E8-4BBA-83C9-A489B0AA0903}" dt="2019-12-28T04:57:13.748" v="7"/>
          <ac:spMkLst>
            <pc:docMk/>
            <pc:sldMk cId="924715482" sldId="496"/>
            <ac:spMk id="3" creationId="{86EF984C-075C-41F5-B6A3-A096FD5D8FC1}"/>
          </ac:spMkLst>
        </pc:spChg>
        <pc:picChg chg="mod">
          <ac:chgData name="Richard Levine" userId="be0075ead24e3c6f" providerId="LiveId" clId="{6E908F2D-E1E8-4BBA-83C9-A489B0AA0903}" dt="2019-12-28T05:03:56.574" v="43" actId="1076"/>
          <ac:picMkLst>
            <pc:docMk/>
            <pc:sldMk cId="924715482" sldId="496"/>
            <ac:picMk id="4" creationId="{00000000-0000-0000-0000-000000000000}"/>
          </ac:picMkLst>
        </pc:picChg>
      </pc:sldChg>
      <pc:sldChg chg="del">
        <pc:chgData name="Richard Levine" userId="be0075ead24e3c6f" providerId="LiveId" clId="{6E908F2D-E1E8-4BBA-83C9-A489B0AA0903}" dt="2019-12-28T04:54:09.356" v="3" actId="2696"/>
        <pc:sldMkLst>
          <pc:docMk/>
          <pc:sldMk cId="352234255" sldId="498"/>
        </pc:sldMkLst>
      </pc:sldChg>
      <pc:sldChg chg="del">
        <pc:chgData name="Richard Levine" userId="be0075ead24e3c6f" providerId="LiveId" clId="{6E908F2D-E1E8-4BBA-83C9-A489B0AA0903}" dt="2019-12-28T05:03:29.634" v="40" actId="47"/>
        <pc:sldMkLst>
          <pc:docMk/>
          <pc:sldMk cId="2117657085" sldId="499"/>
        </pc:sldMkLst>
      </pc:sldChg>
      <pc:sldChg chg="del">
        <pc:chgData name="Richard Levine" userId="be0075ead24e3c6f" providerId="LiveId" clId="{6E908F2D-E1E8-4BBA-83C9-A489B0AA0903}" dt="2019-12-28T05:01:32.044" v="28" actId="47"/>
        <pc:sldMkLst>
          <pc:docMk/>
          <pc:sldMk cId="1256092990" sldId="500"/>
        </pc:sldMkLst>
      </pc:sldChg>
      <pc:sldChg chg="addSp delSp add">
        <pc:chgData name="Richard Levine" userId="be0075ead24e3c6f" providerId="LiveId" clId="{6E908F2D-E1E8-4BBA-83C9-A489B0AA0903}" dt="2019-12-28T04:53:50.795" v="2"/>
        <pc:sldMkLst>
          <pc:docMk/>
          <pc:sldMk cId="1755534025" sldId="501"/>
        </pc:sldMkLst>
        <pc:spChg chg="del">
          <ac:chgData name="Richard Levine" userId="be0075ead24e3c6f" providerId="LiveId" clId="{6E908F2D-E1E8-4BBA-83C9-A489B0AA0903}" dt="2019-12-28T04:53:23.453" v="1" actId="478"/>
          <ac:spMkLst>
            <pc:docMk/>
            <pc:sldMk cId="1755534025" sldId="501"/>
            <ac:spMk id="2" creationId="{EFACB526-4717-4936-BFF1-41B598878216}"/>
          </ac:spMkLst>
        </pc:spChg>
        <pc:spChg chg="add">
          <ac:chgData name="Richard Levine" userId="be0075ead24e3c6f" providerId="LiveId" clId="{6E908F2D-E1E8-4BBA-83C9-A489B0AA0903}" dt="2019-12-28T04:53:50.795" v="2"/>
          <ac:spMkLst>
            <pc:docMk/>
            <pc:sldMk cId="1755534025" sldId="501"/>
            <ac:spMk id="3" creationId="{034AEABA-C275-446A-BBE9-1807ABA86CB8}"/>
          </ac:spMkLst>
        </pc:spChg>
        <pc:spChg chg="add">
          <ac:chgData name="Richard Levine" userId="be0075ead24e3c6f" providerId="LiveId" clId="{6E908F2D-E1E8-4BBA-83C9-A489B0AA0903}" dt="2019-12-28T04:53:50.795" v="2"/>
          <ac:spMkLst>
            <pc:docMk/>
            <pc:sldMk cId="1755534025" sldId="501"/>
            <ac:spMk id="4" creationId="{CAB406A4-8059-47B7-9A57-6535C7813A24}"/>
          </ac:spMkLst>
        </pc:spChg>
        <pc:spChg chg="add">
          <ac:chgData name="Richard Levine" userId="be0075ead24e3c6f" providerId="LiveId" clId="{6E908F2D-E1E8-4BBA-83C9-A489B0AA0903}" dt="2019-12-28T04:53:50.795" v="2"/>
          <ac:spMkLst>
            <pc:docMk/>
            <pc:sldMk cId="1755534025" sldId="501"/>
            <ac:spMk id="5" creationId="{467F732C-CBEE-4738-B8B1-A1B990E96E89}"/>
          </ac:spMkLst>
        </pc:spChg>
        <pc:spChg chg="add">
          <ac:chgData name="Richard Levine" userId="be0075ead24e3c6f" providerId="LiveId" clId="{6E908F2D-E1E8-4BBA-83C9-A489B0AA0903}" dt="2019-12-28T04:53:50.795" v="2"/>
          <ac:spMkLst>
            <pc:docMk/>
            <pc:sldMk cId="1755534025" sldId="501"/>
            <ac:spMk id="6" creationId="{E46DD649-DBAB-4301-B144-FCF47EE6D0A2}"/>
          </ac:spMkLst>
        </pc:spChg>
        <pc:spChg chg="add">
          <ac:chgData name="Richard Levine" userId="be0075ead24e3c6f" providerId="LiveId" clId="{6E908F2D-E1E8-4BBA-83C9-A489B0AA0903}" dt="2019-12-28T04:53:50.795" v="2"/>
          <ac:spMkLst>
            <pc:docMk/>
            <pc:sldMk cId="1755534025" sldId="501"/>
            <ac:spMk id="7" creationId="{0949E0DF-3461-4884-86EE-ACB5C471A42C}"/>
          </ac:spMkLst>
        </pc:spChg>
        <pc:spChg chg="add">
          <ac:chgData name="Richard Levine" userId="be0075ead24e3c6f" providerId="LiveId" clId="{6E908F2D-E1E8-4BBA-83C9-A489B0AA0903}" dt="2019-12-28T04:53:50.795" v="2"/>
          <ac:spMkLst>
            <pc:docMk/>
            <pc:sldMk cId="1755534025" sldId="501"/>
            <ac:spMk id="8" creationId="{5886291F-57EE-451D-BC94-4FDA1D7CF75C}"/>
          </ac:spMkLst>
        </pc:spChg>
      </pc:sldChg>
      <pc:sldChg chg="addSp delSp add del">
        <pc:chgData name="Richard Levine" userId="be0075ead24e3c6f" providerId="LiveId" clId="{6E908F2D-E1E8-4BBA-83C9-A489B0AA0903}" dt="2019-12-28T04:57:58.896" v="11" actId="47"/>
        <pc:sldMkLst>
          <pc:docMk/>
          <pc:sldMk cId="995302438" sldId="502"/>
        </pc:sldMkLst>
        <pc:spChg chg="del">
          <ac:chgData name="Richard Levine" userId="be0075ead24e3c6f" providerId="LiveId" clId="{6E908F2D-E1E8-4BBA-83C9-A489B0AA0903}" dt="2019-12-28T04:57:33.956" v="9" actId="478"/>
          <ac:spMkLst>
            <pc:docMk/>
            <pc:sldMk cId="995302438" sldId="502"/>
            <ac:spMk id="2" creationId="{44F2F296-9B2B-4D11-8A82-E7914CC81855}"/>
          </ac:spMkLst>
        </pc:spChg>
        <pc:spChg chg="add">
          <ac:chgData name="Richard Levine" userId="be0075ead24e3c6f" providerId="LiveId" clId="{6E908F2D-E1E8-4BBA-83C9-A489B0AA0903}" dt="2019-12-28T04:57:48.335" v="10"/>
          <ac:spMkLst>
            <pc:docMk/>
            <pc:sldMk cId="995302438" sldId="502"/>
            <ac:spMk id="4" creationId="{EB437570-8444-474A-ACA9-C1D386DC9C53}"/>
          </ac:spMkLst>
        </pc:spChg>
        <pc:picChg chg="add">
          <ac:chgData name="Richard Levine" userId="be0075ead24e3c6f" providerId="LiveId" clId="{6E908F2D-E1E8-4BBA-83C9-A489B0AA0903}" dt="2019-12-28T04:57:48.335" v="10"/>
          <ac:picMkLst>
            <pc:docMk/>
            <pc:sldMk cId="995302438" sldId="502"/>
            <ac:picMk id="3" creationId="{4645F266-4EC9-4E5C-A0D0-E8C02692618C}"/>
          </ac:picMkLst>
        </pc:picChg>
      </pc:sldChg>
      <pc:sldChg chg="addSp delSp add modAnim">
        <pc:chgData name="Richard Levine" userId="be0075ead24e3c6f" providerId="LiveId" clId="{6E908F2D-E1E8-4BBA-83C9-A489B0AA0903}" dt="2019-12-28T04:58:29.253" v="14"/>
        <pc:sldMkLst>
          <pc:docMk/>
          <pc:sldMk cId="1444216202" sldId="502"/>
        </pc:sldMkLst>
        <pc:spChg chg="del">
          <ac:chgData name="Richard Levine" userId="be0075ead24e3c6f" providerId="LiveId" clId="{6E908F2D-E1E8-4BBA-83C9-A489B0AA0903}" dt="2019-12-28T04:58:16.020" v="13" actId="478"/>
          <ac:spMkLst>
            <pc:docMk/>
            <pc:sldMk cId="1444216202" sldId="502"/>
            <ac:spMk id="2" creationId="{EA024EED-8681-499A-8BDB-CFF3D2F4E17A}"/>
          </ac:spMkLst>
        </pc:spChg>
        <pc:spChg chg="add">
          <ac:chgData name="Richard Levine" userId="be0075ead24e3c6f" providerId="LiveId" clId="{6E908F2D-E1E8-4BBA-83C9-A489B0AA0903}" dt="2019-12-28T04:58:29.253" v="14"/>
          <ac:spMkLst>
            <pc:docMk/>
            <pc:sldMk cId="1444216202" sldId="502"/>
            <ac:spMk id="3" creationId="{5A65FEE4-B248-4C3A-BD11-CA7C883C0B23}"/>
          </ac:spMkLst>
        </pc:spChg>
        <pc:spChg chg="add">
          <ac:chgData name="Richard Levine" userId="be0075ead24e3c6f" providerId="LiveId" clId="{6E908F2D-E1E8-4BBA-83C9-A489B0AA0903}" dt="2019-12-28T04:58:29.253" v="14"/>
          <ac:spMkLst>
            <pc:docMk/>
            <pc:sldMk cId="1444216202" sldId="502"/>
            <ac:spMk id="4" creationId="{71FB9EBD-3557-41FE-BA3C-00BF85C08939}"/>
          </ac:spMkLst>
        </pc:spChg>
        <pc:spChg chg="add">
          <ac:chgData name="Richard Levine" userId="be0075ead24e3c6f" providerId="LiveId" clId="{6E908F2D-E1E8-4BBA-83C9-A489B0AA0903}" dt="2019-12-28T04:58:29.253" v="14"/>
          <ac:spMkLst>
            <pc:docMk/>
            <pc:sldMk cId="1444216202" sldId="502"/>
            <ac:spMk id="5" creationId="{4DEA5EDA-1637-475B-B671-10817668E5C3}"/>
          </ac:spMkLst>
        </pc:spChg>
        <pc:spChg chg="add">
          <ac:chgData name="Richard Levine" userId="be0075ead24e3c6f" providerId="LiveId" clId="{6E908F2D-E1E8-4BBA-83C9-A489B0AA0903}" dt="2019-12-28T04:58:29.253" v="14"/>
          <ac:spMkLst>
            <pc:docMk/>
            <pc:sldMk cId="1444216202" sldId="502"/>
            <ac:spMk id="6" creationId="{0789289B-790D-43C3-BBAD-81940CF2FAB9}"/>
          </ac:spMkLst>
        </pc:spChg>
      </pc:sldChg>
      <pc:sldChg chg="addSp delSp add modAnim">
        <pc:chgData name="Richard Levine" userId="be0075ead24e3c6f" providerId="LiveId" clId="{6E908F2D-E1E8-4BBA-83C9-A489B0AA0903}" dt="2019-12-28T04:59:32.187" v="18"/>
        <pc:sldMkLst>
          <pc:docMk/>
          <pc:sldMk cId="2477389138" sldId="503"/>
        </pc:sldMkLst>
        <pc:spChg chg="del">
          <ac:chgData name="Richard Levine" userId="be0075ead24e3c6f" providerId="LiveId" clId="{6E908F2D-E1E8-4BBA-83C9-A489B0AA0903}" dt="2019-12-28T04:58:55.496" v="17" actId="478"/>
          <ac:spMkLst>
            <pc:docMk/>
            <pc:sldMk cId="2477389138" sldId="503"/>
            <ac:spMk id="2" creationId="{0CBA82FA-75C0-4B58-89BA-55315B373D78}"/>
          </ac:spMkLst>
        </pc:spChg>
        <pc:spChg chg="add">
          <ac:chgData name="Richard Levine" userId="be0075ead24e3c6f" providerId="LiveId" clId="{6E908F2D-E1E8-4BBA-83C9-A489B0AA0903}" dt="2019-12-28T04:59:32.187" v="18"/>
          <ac:spMkLst>
            <pc:docMk/>
            <pc:sldMk cId="2477389138" sldId="503"/>
            <ac:spMk id="3" creationId="{AE90816A-B4F0-494B-B8CB-C72B552E5BC2}"/>
          </ac:spMkLst>
        </pc:spChg>
        <pc:spChg chg="add">
          <ac:chgData name="Richard Levine" userId="be0075ead24e3c6f" providerId="LiveId" clId="{6E908F2D-E1E8-4BBA-83C9-A489B0AA0903}" dt="2019-12-28T04:59:32.187" v="18"/>
          <ac:spMkLst>
            <pc:docMk/>
            <pc:sldMk cId="2477389138" sldId="503"/>
            <ac:spMk id="4" creationId="{7793B2E9-8099-40FD-ADC4-9C5161EA5B07}"/>
          </ac:spMkLst>
        </pc:spChg>
        <pc:spChg chg="add">
          <ac:chgData name="Richard Levine" userId="be0075ead24e3c6f" providerId="LiveId" clId="{6E908F2D-E1E8-4BBA-83C9-A489B0AA0903}" dt="2019-12-28T04:59:32.187" v="18"/>
          <ac:spMkLst>
            <pc:docMk/>
            <pc:sldMk cId="2477389138" sldId="503"/>
            <ac:spMk id="5" creationId="{D0539883-84EA-4664-90FD-8D39CA8B74E9}"/>
          </ac:spMkLst>
        </pc:spChg>
        <pc:spChg chg="add">
          <ac:chgData name="Richard Levine" userId="be0075ead24e3c6f" providerId="LiveId" clId="{6E908F2D-E1E8-4BBA-83C9-A489B0AA0903}" dt="2019-12-28T04:59:32.187" v="18"/>
          <ac:spMkLst>
            <pc:docMk/>
            <pc:sldMk cId="2477389138" sldId="503"/>
            <ac:spMk id="6" creationId="{82F1435D-9477-450B-9E02-1A332D17433D}"/>
          </ac:spMkLst>
        </pc:spChg>
        <pc:spChg chg="add">
          <ac:chgData name="Richard Levine" userId="be0075ead24e3c6f" providerId="LiveId" clId="{6E908F2D-E1E8-4BBA-83C9-A489B0AA0903}" dt="2019-12-28T04:59:32.187" v="18"/>
          <ac:spMkLst>
            <pc:docMk/>
            <pc:sldMk cId="2477389138" sldId="503"/>
            <ac:spMk id="7" creationId="{C16198AC-ECB8-4C38-89BA-AA5132CA4327}"/>
          </ac:spMkLst>
        </pc:spChg>
      </pc:sldChg>
      <pc:sldChg chg="addSp delSp add modAnim">
        <pc:chgData name="Richard Levine" userId="be0075ead24e3c6f" providerId="LiveId" clId="{6E908F2D-E1E8-4BBA-83C9-A489B0AA0903}" dt="2019-12-28T05:00:12.985" v="22"/>
        <pc:sldMkLst>
          <pc:docMk/>
          <pc:sldMk cId="549147851" sldId="504"/>
        </pc:sldMkLst>
        <pc:spChg chg="del">
          <ac:chgData name="Richard Levine" userId="be0075ead24e3c6f" providerId="LiveId" clId="{6E908F2D-E1E8-4BBA-83C9-A489B0AA0903}" dt="2019-12-28T04:59:57.580" v="21" actId="478"/>
          <ac:spMkLst>
            <pc:docMk/>
            <pc:sldMk cId="549147851" sldId="504"/>
            <ac:spMk id="2" creationId="{214901B5-64B4-42E7-9F9C-606C0BD8F3E2}"/>
          </ac:spMkLst>
        </pc:spChg>
        <pc:spChg chg="add">
          <ac:chgData name="Richard Levine" userId="be0075ead24e3c6f" providerId="LiveId" clId="{6E908F2D-E1E8-4BBA-83C9-A489B0AA0903}" dt="2019-12-28T05:00:12.985" v="22"/>
          <ac:spMkLst>
            <pc:docMk/>
            <pc:sldMk cId="549147851" sldId="504"/>
            <ac:spMk id="3" creationId="{12B21210-AEE3-494B-8AEC-D0A10717B3F8}"/>
          </ac:spMkLst>
        </pc:spChg>
        <pc:spChg chg="add">
          <ac:chgData name="Richard Levine" userId="be0075ead24e3c6f" providerId="LiveId" clId="{6E908F2D-E1E8-4BBA-83C9-A489B0AA0903}" dt="2019-12-28T05:00:12.985" v="22"/>
          <ac:spMkLst>
            <pc:docMk/>
            <pc:sldMk cId="549147851" sldId="504"/>
            <ac:spMk id="4" creationId="{C971176E-8705-48BC-8406-5EBDE3A39046}"/>
          </ac:spMkLst>
        </pc:spChg>
        <pc:spChg chg="add">
          <ac:chgData name="Richard Levine" userId="be0075ead24e3c6f" providerId="LiveId" clId="{6E908F2D-E1E8-4BBA-83C9-A489B0AA0903}" dt="2019-12-28T05:00:12.985" v="22"/>
          <ac:spMkLst>
            <pc:docMk/>
            <pc:sldMk cId="549147851" sldId="504"/>
            <ac:spMk id="5" creationId="{A72F8C4E-69F2-41FB-AE47-7738F01637DB}"/>
          </ac:spMkLst>
        </pc:spChg>
        <pc:spChg chg="add">
          <ac:chgData name="Richard Levine" userId="be0075ead24e3c6f" providerId="LiveId" clId="{6E908F2D-E1E8-4BBA-83C9-A489B0AA0903}" dt="2019-12-28T05:00:12.985" v="22"/>
          <ac:spMkLst>
            <pc:docMk/>
            <pc:sldMk cId="549147851" sldId="504"/>
            <ac:spMk id="6" creationId="{B8C528E8-8D71-4558-B420-25B125BFBA03}"/>
          </ac:spMkLst>
        </pc:spChg>
        <pc:spChg chg="add">
          <ac:chgData name="Richard Levine" userId="be0075ead24e3c6f" providerId="LiveId" clId="{6E908F2D-E1E8-4BBA-83C9-A489B0AA0903}" dt="2019-12-28T05:00:12.985" v="22"/>
          <ac:spMkLst>
            <pc:docMk/>
            <pc:sldMk cId="549147851" sldId="504"/>
            <ac:spMk id="7" creationId="{C3DC6DD8-CD6F-4E61-92E3-71C028DE3756}"/>
          </ac:spMkLst>
        </pc:spChg>
      </pc:sldChg>
      <pc:sldChg chg="addSp delSp modSp add">
        <pc:chgData name="Richard Levine" userId="be0075ead24e3c6f" providerId="LiveId" clId="{6E908F2D-E1E8-4BBA-83C9-A489B0AA0903}" dt="2019-12-28T05:01:12.717" v="27" actId="14100"/>
        <pc:sldMkLst>
          <pc:docMk/>
          <pc:sldMk cId="3549027914" sldId="505"/>
        </pc:sldMkLst>
        <pc:spChg chg="del">
          <ac:chgData name="Richard Levine" userId="be0075ead24e3c6f" providerId="LiveId" clId="{6E908F2D-E1E8-4BBA-83C9-A489B0AA0903}" dt="2019-12-28T05:00:51.219" v="25" actId="478"/>
          <ac:spMkLst>
            <pc:docMk/>
            <pc:sldMk cId="3549027914" sldId="505"/>
            <ac:spMk id="2" creationId="{632D9E28-15D0-4FCA-9E9E-6A32933E0044}"/>
          </ac:spMkLst>
        </pc:spChg>
        <pc:spChg chg="add">
          <ac:chgData name="Richard Levine" userId="be0075ead24e3c6f" providerId="LiveId" clId="{6E908F2D-E1E8-4BBA-83C9-A489B0AA0903}" dt="2019-12-28T05:00:52.719" v="26"/>
          <ac:spMkLst>
            <pc:docMk/>
            <pc:sldMk cId="3549027914" sldId="505"/>
            <ac:spMk id="3" creationId="{037FCB4B-1F43-4111-8433-B94295BB18B6}"/>
          </ac:spMkLst>
        </pc:spChg>
        <pc:spChg chg="add">
          <ac:chgData name="Richard Levine" userId="be0075ead24e3c6f" providerId="LiveId" clId="{6E908F2D-E1E8-4BBA-83C9-A489B0AA0903}" dt="2019-12-28T05:00:52.719" v="26"/>
          <ac:spMkLst>
            <pc:docMk/>
            <pc:sldMk cId="3549027914" sldId="505"/>
            <ac:spMk id="4" creationId="{47784F94-F44E-4A6C-920C-EDC8BD2D5BC5}"/>
          </ac:spMkLst>
        </pc:spChg>
        <pc:spChg chg="add mod">
          <ac:chgData name="Richard Levine" userId="be0075ead24e3c6f" providerId="LiveId" clId="{6E908F2D-E1E8-4BBA-83C9-A489B0AA0903}" dt="2019-12-28T05:01:12.717" v="27" actId="14100"/>
          <ac:spMkLst>
            <pc:docMk/>
            <pc:sldMk cId="3549027914" sldId="505"/>
            <ac:spMk id="5" creationId="{3BF2D994-4AC1-466F-915C-F7D29587F357}"/>
          </ac:spMkLst>
        </pc:spChg>
        <pc:spChg chg="add">
          <ac:chgData name="Richard Levine" userId="be0075ead24e3c6f" providerId="LiveId" clId="{6E908F2D-E1E8-4BBA-83C9-A489B0AA0903}" dt="2019-12-28T05:00:52.719" v="26"/>
          <ac:spMkLst>
            <pc:docMk/>
            <pc:sldMk cId="3549027914" sldId="505"/>
            <ac:spMk id="6" creationId="{B5E6C823-A627-4BF2-BC89-1E1B81F0781E}"/>
          </ac:spMkLst>
        </pc:spChg>
      </pc:sldChg>
      <pc:sldChg chg="addSp delSp add modAnim">
        <pc:chgData name="Richard Levine" userId="be0075ead24e3c6f" providerId="LiveId" clId="{6E908F2D-E1E8-4BBA-83C9-A489B0AA0903}" dt="2019-12-28T05:02:01.013" v="31"/>
        <pc:sldMkLst>
          <pc:docMk/>
          <pc:sldMk cId="3709774218" sldId="506"/>
        </pc:sldMkLst>
        <pc:spChg chg="del">
          <ac:chgData name="Richard Levine" userId="be0075ead24e3c6f" providerId="LiveId" clId="{6E908F2D-E1E8-4BBA-83C9-A489B0AA0903}" dt="2019-12-28T05:01:44.746" v="30" actId="478"/>
          <ac:spMkLst>
            <pc:docMk/>
            <pc:sldMk cId="3709774218" sldId="506"/>
            <ac:spMk id="2" creationId="{F6D977B7-AAF8-4F06-ADC5-B70483AB7F64}"/>
          </ac:spMkLst>
        </pc:spChg>
        <pc:spChg chg="add">
          <ac:chgData name="Richard Levine" userId="be0075ead24e3c6f" providerId="LiveId" clId="{6E908F2D-E1E8-4BBA-83C9-A489B0AA0903}" dt="2019-12-28T05:02:01.013" v="31"/>
          <ac:spMkLst>
            <pc:docMk/>
            <pc:sldMk cId="3709774218" sldId="506"/>
            <ac:spMk id="3" creationId="{89573F0F-5FAD-44BB-969A-33A47C74598F}"/>
          </ac:spMkLst>
        </pc:spChg>
        <pc:spChg chg="add">
          <ac:chgData name="Richard Levine" userId="be0075ead24e3c6f" providerId="LiveId" clId="{6E908F2D-E1E8-4BBA-83C9-A489B0AA0903}" dt="2019-12-28T05:02:01.013" v="31"/>
          <ac:spMkLst>
            <pc:docMk/>
            <pc:sldMk cId="3709774218" sldId="506"/>
            <ac:spMk id="4" creationId="{A76E8FBB-6FAD-4F01-9A17-AADED6B74A71}"/>
          </ac:spMkLst>
        </pc:spChg>
        <pc:spChg chg="add">
          <ac:chgData name="Richard Levine" userId="be0075ead24e3c6f" providerId="LiveId" clId="{6E908F2D-E1E8-4BBA-83C9-A489B0AA0903}" dt="2019-12-28T05:02:01.013" v="31"/>
          <ac:spMkLst>
            <pc:docMk/>
            <pc:sldMk cId="3709774218" sldId="506"/>
            <ac:spMk id="5" creationId="{B2AC0E23-BE78-4CC0-88E6-CBB9463AE8EA}"/>
          </ac:spMkLst>
        </pc:spChg>
        <pc:spChg chg="add">
          <ac:chgData name="Richard Levine" userId="be0075ead24e3c6f" providerId="LiveId" clId="{6E908F2D-E1E8-4BBA-83C9-A489B0AA0903}" dt="2019-12-28T05:02:01.013" v="31"/>
          <ac:spMkLst>
            <pc:docMk/>
            <pc:sldMk cId="3709774218" sldId="506"/>
            <ac:spMk id="6" creationId="{D657B90E-78EE-4DC4-9483-631670054EDD}"/>
          </ac:spMkLst>
        </pc:spChg>
        <pc:spChg chg="add">
          <ac:chgData name="Richard Levine" userId="be0075ead24e3c6f" providerId="LiveId" clId="{6E908F2D-E1E8-4BBA-83C9-A489B0AA0903}" dt="2019-12-28T05:02:01.013" v="31"/>
          <ac:spMkLst>
            <pc:docMk/>
            <pc:sldMk cId="3709774218" sldId="506"/>
            <ac:spMk id="7" creationId="{96E799EB-9BE5-4BCA-B4BC-CDB93F3E4C53}"/>
          </ac:spMkLst>
        </pc:spChg>
        <pc:spChg chg="add">
          <ac:chgData name="Richard Levine" userId="be0075ead24e3c6f" providerId="LiveId" clId="{6E908F2D-E1E8-4BBA-83C9-A489B0AA0903}" dt="2019-12-28T05:02:01.013" v="31"/>
          <ac:spMkLst>
            <pc:docMk/>
            <pc:sldMk cId="3709774218" sldId="506"/>
            <ac:spMk id="8" creationId="{7F1250A9-16FD-4142-87BA-506C9AED5F6B}"/>
          </ac:spMkLst>
        </pc:spChg>
        <pc:spChg chg="add">
          <ac:chgData name="Richard Levine" userId="be0075ead24e3c6f" providerId="LiveId" clId="{6E908F2D-E1E8-4BBA-83C9-A489B0AA0903}" dt="2019-12-28T05:02:01.013" v="31"/>
          <ac:spMkLst>
            <pc:docMk/>
            <pc:sldMk cId="3709774218" sldId="506"/>
            <ac:spMk id="9" creationId="{A63E9E21-2547-4321-9570-92FE57BA36E5}"/>
          </ac:spMkLst>
        </pc:spChg>
      </pc:sldChg>
      <pc:sldChg chg="addSp delSp add modAnim">
        <pc:chgData name="Richard Levine" userId="be0075ead24e3c6f" providerId="LiveId" clId="{6E908F2D-E1E8-4BBA-83C9-A489B0AA0903}" dt="2019-12-28T05:02:50.793" v="35"/>
        <pc:sldMkLst>
          <pc:docMk/>
          <pc:sldMk cId="2094032602" sldId="507"/>
        </pc:sldMkLst>
        <pc:spChg chg="del">
          <ac:chgData name="Richard Levine" userId="be0075ead24e3c6f" providerId="LiveId" clId="{6E908F2D-E1E8-4BBA-83C9-A489B0AA0903}" dt="2019-12-28T05:02:37.808" v="34" actId="478"/>
          <ac:spMkLst>
            <pc:docMk/>
            <pc:sldMk cId="2094032602" sldId="507"/>
            <ac:spMk id="2" creationId="{DF170D2F-7F66-4DC7-9E1A-057945DE4A18}"/>
          </ac:spMkLst>
        </pc:spChg>
        <pc:spChg chg="add">
          <ac:chgData name="Richard Levine" userId="be0075ead24e3c6f" providerId="LiveId" clId="{6E908F2D-E1E8-4BBA-83C9-A489B0AA0903}" dt="2019-12-28T05:02:50.793" v="35"/>
          <ac:spMkLst>
            <pc:docMk/>
            <pc:sldMk cId="2094032602" sldId="507"/>
            <ac:spMk id="3" creationId="{10006B4D-3517-4DD7-8A60-ADCFFB84C2E5}"/>
          </ac:spMkLst>
        </pc:spChg>
        <pc:spChg chg="add">
          <ac:chgData name="Richard Levine" userId="be0075ead24e3c6f" providerId="LiveId" clId="{6E908F2D-E1E8-4BBA-83C9-A489B0AA0903}" dt="2019-12-28T05:02:50.793" v="35"/>
          <ac:spMkLst>
            <pc:docMk/>
            <pc:sldMk cId="2094032602" sldId="507"/>
            <ac:spMk id="4" creationId="{BDB87DE7-EB40-421B-85C8-0B65849BDF51}"/>
          </ac:spMkLst>
        </pc:spChg>
        <pc:spChg chg="add">
          <ac:chgData name="Richard Levine" userId="be0075ead24e3c6f" providerId="LiveId" clId="{6E908F2D-E1E8-4BBA-83C9-A489B0AA0903}" dt="2019-12-28T05:02:50.793" v="35"/>
          <ac:spMkLst>
            <pc:docMk/>
            <pc:sldMk cId="2094032602" sldId="507"/>
            <ac:spMk id="5" creationId="{713E96DD-7B72-4A85-A4CE-B8ACFE538A73}"/>
          </ac:spMkLst>
        </pc:spChg>
        <pc:spChg chg="add">
          <ac:chgData name="Richard Levine" userId="be0075ead24e3c6f" providerId="LiveId" clId="{6E908F2D-E1E8-4BBA-83C9-A489B0AA0903}" dt="2019-12-28T05:02:50.793" v="35"/>
          <ac:spMkLst>
            <pc:docMk/>
            <pc:sldMk cId="2094032602" sldId="507"/>
            <ac:spMk id="6" creationId="{62EA7CA5-3197-49AA-9DB9-4A641A65C984}"/>
          </ac:spMkLst>
        </pc:spChg>
        <pc:spChg chg="add">
          <ac:chgData name="Richard Levine" userId="be0075ead24e3c6f" providerId="LiveId" clId="{6E908F2D-E1E8-4BBA-83C9-A489B0AA0903}" dt="2019-12-28T05:02:50.793" v="35"/>
          <ac:spMkLst>
            <pc:docMk/>
            <pc:sldMk cId="2094032602" sldId="507"/>
            <ac:spMk id="7" creationId="{F21853F9-496C-4365-9198-2820C31DFAA5}"/>
          </ac:spMkLst>
        </pc:spChg>
        <pc:spChg chg="add">
          <ac:chgData name="Richard Levine" userId="be0075ead24e3c6f" providerId="LiveId" clId="{6E908F2D-E1E8-4BBA-83C9-A489B0AA0903}" dt="2019-12-28T05:02:50.793" v="35"/>
          <ac:spMkLst>
            <pc:docMk/>
            <pc:sldMk cId="2094032602" sldId="507"/>
            <ac:spMk id="8" creationId="{ECC18EBC-DB89-435B-9925-6EF4C8BB60DF}"/>
          </ac:spMkLst>
        </pc:spChg>
        <pc:spChg chg="add">
          <ac:chgData name="Richard Levine" userId="be0075ead24e3c6f" providerId="LiveId" clId="{6E908F2D-E1E8-4BBA-83C9-A489B0AA0903}" dt="2019-12-28T05:02:50.793" v="35"/>
          <ac:spMkLst>
            <pc:docMk/>
            <pc:sldMk cId="2094032602" sldId="507"/>
            <ac:spMk id="9" creationId="{297DE243-2827-4CB3-8701-F92515E8E393}"/>
          </ac:spMkLst>
        </pc:spChg>
      </pc:sldChg>
      <pc:sldChg chg="addSp delSp add">
        <pc:chgData name="Richard Levine" userId="be0075ead24e3c6f" providerId="LiveId" clId="{6E908F2D-E1E8-4BBA-83C9-A489B0AA0903}" dt="2019-12-28T05:03:23.525" v="39"/>
        <pc:sldMkLst>
          <pc:docMk/>
          <pc:sldMk cId="1776980747" sldId="508"/>
        </pc:sldMkLst>
        <pc:spChg chg="del">
          <ac:chgData name="Richard Levine" userId="be0075ead24e3c6f" providerId="LiveId" clId="{6E908F2D-E1E8-4BBA-83C9-A489B0AA0903}" dt="2019-12-28T05:03:11.963" v="38" actId="478"/>
          <ac:spMkLst>
            <pc:docMk/>
            <pc:sldMk cId="1776980747" sldId="508"/>
            <ac:spMk id="2" creationId="{62EC7D94-24EB-4686-8FF3-99C29A6C8554}"/>
          </ac:spMkLst>
        </pc:spChg>
        <pc:spChg chg="add">
          <ac:chgData name="Richard Levine" userId="be0075ead24e3c6f" providerId="LiveId" clId="{6E908F2D-E1E8-4BBA-83C9-A489B0AA0903}" dt="2019-12-28T05:03:23.525" v="39"/>
          <ac:spMkLst>
            <pc:docMk/>
            <pc:sldMk cId="1776980747" sldId="508"/>
            <ac:spMk id="4" creationId="{6E2179EF-35FA-4081-8E28-2F87E4E7E9CB}"/>
          </ac:spMkLst>
        </pc:spChg>
        <pc:picChg chg="add">
          <ac:chgData name="Richard Levine" userId="be0075ead24e3c6f" providerId="LiveId" clId="{6E908F2D-E1E8-4BBA-83C9-A489B0AA0903}" dt="2019-12-28T05:03:23.525" v="39"/>
          <ac:picMkLst>
            <pc:docMk/>
            <pc:sldMk cId="1776980747" sldId="508"/>
            <ac:picMk id="3" creationId="{00B236E3-B8FC-4DDF-9D84-FD783EA0F1D6}"/>
          </ac:picMkLst>
        </pc:picChg>
      </pc:sldChg>
      <pc:sldChg chg="addSp delSp add">
        <pc:chgData name="Richard Levine" userId="be0075ead24e3c6f" providerId="LiveId" clId="{6E908F2D-E1E8-4BBA-83C9-A489B0AA0903}" dt="2019-12-28T05:04:32.087" v="46"/>
        <pc:sldMkLst>
          <pc:docMk/>
          <pc:sldMk cId="3247909236" sldId="509"/>
        </pc:sldMkLst>
        <pc:spChg chg="del">
          <ac:chgData name="Richard Levine" userId="be0075ead24e3c6f" providerId="LiveId" clId="{6E908F2D-E1E8-4BBA-83C9-A489B0AA0903}" dt="2019-12-28T05:04:20.369" v="45" actId="478"/>
          <ac:spMkLst>
            <pc:docMk/>
            <pc:sldMk cId="3247909236" sldId="509"/>
            <ac:spMk id="2" creationId="{5BCC1080-91BD-421A-B1DF-D8833011CA3B}"/>
          </ac:spMkLst>
        </pc:spChg>
        <pc:spChg chg="add">
          <ac:chgData name="Richard Levine" userId="be0075ead24e3c6f" providerId="LiveId" clId="{6E908F2D-E1E8-4BBA-83C9-A489B0AA0903}" dt="2019-12-28T05:04:32.087" v="46"/>
          <ac:spMkLst>
            <pc:docMk/>
            <pc:sldMk cId="3247909236" sldId="509"/>
            <ac:spMk id="4" creationId="{10C0257B-DC20-49F8-9756-26E5DAA7A759}"/>
          </ac:spMkLst>
        </pc:spChg>
        <pc:picChg chg="add">
          <ac:chgData name="Richard Levine" userId="be0075ead24e3c6f" providerId="LiveId" clId="{6E908F2D-E1E8-4BBA-83C9-A489B0AA0903}" dt="2019-12-28T05:04:32.087" v="46"/>
          <ac:picMkLst>
            <pc:docMk/>
            <pc:sldMk cId="3247909236" sldId="509"/>
            <ac:picMk id="3" creationId="{47ED81B8-82DF-4C74-B16D-A5B852C7F31D}"/>
          </ac:picMkLst>
        </pc:picChg>
      </pc:sldChg>
      <pc:sldMasterChg chg="delSldLayout">
        <pc:chgData name="Richard Levine" userId="be0075ead24e3c6f" providerId="LiveId" clId="{6E908F2D-E1E8-4BBA-83C9-A489B0AA0903}" dt="2019-12-28T05:02:59.636" v="36" actId="47"/>
        <pc:sldMasterMkLst>
          <pc:docMk/>
          <pc:sldMasterMk cId="2223128255" sldId="2147484017"/>
        </pc:sldMasterMkLst>
        <pc:sldLayoutChg chg="del">
          <pc:chgData name="Richard Levine" userId="be0075ead24e3c6f" providerId="LiveId" clId="{6E908F2D-E1E8-4BBA-83C9-A489B0AA0903}" dt="2019-12-28T05:02:59.636" v="36" actId="47"/>
          <pc:sldLayoutMkLst>
            <pc:docMk/>
            <pc:sldMasterMk cId="2223128255" sldId="2147484017"/>
            <pc:sldLayoutMk cId="3784805704" sldId="214748402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9341367C-E063-483A-976E-701E1B78A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447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95FA4F-381F-404D-BF6E-002662B65353}" type="datetimeFigureOut">
              <a:rPr lang="en-US" altLang="en-US"/>
              <a:pPr>
                <a:defRPr/>
              </a:pPr>
              <a:t>5/11/2020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BD030A-9FCF-4978-B2BB-2A6331F99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1015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0317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819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707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65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29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5644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58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061333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94149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95976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4706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4549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756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24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2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2701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808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34AEABA-C275-446A-BBE9-1807ABA86CB8}"/>
              </a:ext>
            </a:extLst>
          </p:cNvPr>
          <p:cNvSpPr>
            <a:spLocks noGrp="1"/>
          </p:cNvSpPr>
          <p:nvPr/>
        </p:nvSpPr>
        <p:spPr>
          <a:xfrm>
            <a:off x="116439" y="252669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AB406A4-8059-47B7-9A57-6535C7813A24}"/>
              </a:ext>
            </a:extLst>
          </p:cNvPr>
          <p:cNvSpPr>
            <a:spLocks noGrp="1"/>
          </p:cNvSpPr>
          <p:nvPr/>
        </p:nvSpPr>
        <p:spPr>
          <a:xfrm>
            <a:off x="126875" y="750040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67F732C-CBEE-4738-B8B1-A1B990E96E89}"/>
              </a:ext>
            </a:extLst>
          </p:cNvPr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6DD649-DBAB-4301-B144-FCF47EE6D0A2}"/>
              </a:ext>
            </a:extLst>
          </p:cNvPr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949E0DF-3461-4884-86EE-ACB5C471A42C}"/>
              </a:ext>
            </a:extLst>
          </p:cNvPr>
          <p:cNvSpPr>
            <a:spLocks noGrp="1"/>
          </p:cNvSpPr>
          <p:nvPr/>
        </p:nvSpPr>
        <p:spPr>
          <a:xfrm>
            <a:off x="121655" y="4019550"/>
            <a:ext cx="3844444" cy="7932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Estimating the Regression Line and Predicting a New Response</a:t>
            </a:r>
          </a:p>
        </p:txBody>
      </p:sp>
      <p:sp>
        <p:nvSpPr>
          <p:cNvPr id="9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755534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25110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432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5A65FEE4-B248-4C3A-BD11-CA7C883C0B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600" y="1012872"/>
                <a:ext cx="735644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At some selected value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,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 the “mean response” of </a:t>
                </a:r>
                <a:r>
                  <a:rPr lang="en-US" alt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y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(the regression line) via</a:t>
                </a:r>
              </a:p>
            </p:txBody>
          </p:sp>
        </mc:Choice>
        <mc:Fallback xmlns=""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5A65FEE4-B248-4C3A-BD11-CA7C883C0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600" y="1012872"/>
                <a:ext cx="7356440" cy="646331"/>
              </a:xfrm>
              <a:prstGeom prst="rect">
                <a:avLst/>
              </a:prstGeom>
              <a:blipFill>
                <a:blip r:embed="rId3"/>
                <a:stretch>
                  <a:fillRect l="-663" t="-4717" b="-141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6">
                <a:extLst>
                  <a:ext uri="{FF2B5EF4-FFF2-40B4-BE49-F238E27FC236}">
                    <a16:creationId xmlns:a16="http://schemas.microsoft.com/office/drawing/2014/main" id="{71FB9EBD-3557-41FE-BA3C-00BF85C08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250" y="2310197"/>
                <a:ext cx="7318102" cy="1076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396875" indent="-396875" eaLnBrk="1" hangingPunct="1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Because the estimators of </a:t>
                </a:r>
                <a:r>
                  <a:rPr lang="en-US" altLang="en-US" b="1" i="1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</a:t>
                </a:r>
                <a:r>
                  <a:rPr lang="en-US" altLang="en-US" dirty="0">
                    <a:latin typeface="Helvetica Neue"/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normally distributed, so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.  </a:t>
                </a:r>
              </a:p>
              <a:p>
                <a:pPr marL="396875" indent="-396875" eaLnBrk="1" hangingPunct="1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we know the expected value and variance, we can use the normal 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to draw inferences on the regression line.</a:t>
                </a:r>
              </a:p>
            </p:txBody>
          </p:sp>
        </mc:Choice>
        <mc:Fallback xmlns="">
          <p:sp>
            <p:nvSpPr>
              <p:cNvPr id="4" name="Text Box 6">
                <a:extLst>
                  <a:ext uri="{FF2B5EF4-FFF2-40B4-BE49-F238E27FC236}">
                    <a16:creationId xmlns:a16="http://schemas.microsoft.com/office/drawing/2014/main" id="{71FB9EBD-3557-41FE-BA3C-00BF85C08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250" y="2310197"/>
                <a:ext cx="7318102" cy="1076705"/>
              </a:xfrm>
              <a:prstGeom prst="rect">
                <a:avLst/>
              </a:prstGeom>
              <a:blipFill>
                <a:blip r:embed="rId4"/>
                <a:stretch>
                  <a:fillRect l="-500" t="-2825" b="-79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4DEA5EDA-1637-475B-B671-10817668E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75" y="251529"/>
            <a:ext cx="8562392" cy="64382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Estimating the Regression Line</a:t>
            </a:r>
            <a:endParaRPr 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89289B-790D-43C3-BBAD-81940CF2FAB9}"/>
                  </a:ext>
                </a:extLst>
              </p:cNvPr>
              <p:cNvSpPr/>
              <p:nvPr/>
            </p:nvSpPr>
            <p:spPr>
              <a:xfrm>
                <a:off x="610170" y="1793197"/>
                <a:ext cx="5018810" cy="429413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i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89289B-790D-43C3-BBAD-81940CF2F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70" y="1793197"/>
                <a:ext cx="5018810" cy="429413"/>
              </a:xfrm>
              <a:prstGeom prst="rect">
                <a:avLst/>
              </a:prstGeom>
              <a:blipFill>
                <a:blip r:embed="rId5"/>
                <a:stretch>
                  <a:fillRect r="-5811" b="-4054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4421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7793B2E9-8099-40FD-ADC4-9C5161EA5B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400" y="1005680"/>
                <a:ext cx="7356440" cy="3767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has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normal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distribution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with</a:t>
                </a:r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7793B2E9-8099-40FD-ADC4-9C5161EA5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005680"/>
                <a:ext cx="7356440" cy="376770"/>
              </a:xfrm>
              <a:prstGeom prst="rect">
                <a:avLst/>
              </a:prstGeom>
              <a:blipFill>
                <a:blip r:embed="rId3"/>
                <a:stretch>
                  <a:fillRect t="-9677" b="-225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D0539883-84EA-4664-90FD-8D39CA8B74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825" y="2661503"/>
                <a:ext cx="7239000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we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replace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unknown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variance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with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its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estimator,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b="0" i="0" smtClean="0">
                        <a:latin typeface="Cambria Math" charset="0"/>
                        <a:ea typeface="Helvetica Neue" charset="0"/>
                        <a:cs typeface="Helvetica Neue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n-US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σ</m:t>
                            </m:r>
                          </m:e>
                        </m:acc>
                      </m:e>
                      <m:sup>
                        <m:r>
                          <a:rPr lang="en-US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=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MSE,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sampling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distribution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becomes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-distribution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with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n-p-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1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degrees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of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freedom.</a:t>
                </a:r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D0539883-84EA-4664-90FD-8D39CA8B7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825" y="2661503"/>
                <a:ext cx="7239000" cy="923330"/>
              </a:xfrm>
              <a:prstGeom prst="rect">
                <a:avLst/>
              </a:prstGeom>
              <a:blipFill>
                <a:blip r:embed="rId4"/>
                <a:stretch>
                  <a:fillRect l="-673" t="-3974" b="-993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2F1435D-9477-450B-9E02-1A332D17433D}"/>
                  </a:ext>
                </a:extLst>
              </p:cNvPr>
              <p:cNvSpPr/>
              <p:nvPr/>
            </p:nvSpPr>
            <p:spPr>
              <a:xfrm>
                <a:off x="480350" y="1527365"/>
                <a:ext cx="5349991" cy="429413"/>
              </a:xfrm>
              <a:prstGeom prst="rect">
                <a:avLst/>
              </a:prstGeom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2F1435D-9477-450B-9E02-1A332D1743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50" y="1527365"/>
                <a:ext cx="5349991" cy="429413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6198AC-ECB8-4C38-89BA-AA5132CA4327}"/>
                  </a:ext>
                </a:extLst>
              </p:cNvPr>
              <p:cNvSpPr/>
              <p:nvPr/>
            </p:nvSpPr>
            <p:spPr>
              <a:xfrm>
                <a:off x="544975" y="2064880"/>
                <a:ext cx="3212674" cy="466731"/>
              </a:xfrm>
              <a:prstGeom prst="rect">
                <a:avLst/>
              </a:prstGeom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6198AC-ECB8-4C38-89BA-AA5132CA43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75" y="2064880"/>
                <a:ext cx="3212674" cy="466731"/>
              </a:xfrm>
              <a:prstGeom prst="rect">
                <a:avLst/>
              </a:prstGeom>
              <a:blipFill>
                <a:blip r:embed="rId6"/>
                <a:stretch>
                  <a:fillRect b="-789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4DEA5EDA-1637-475B-B671-10817668E5C3}"/>
              </a:ext>
            </a:extLst>
          </p:cNvPr>
          <p:cNvSpPr txBox="1">
            <a:spLocks/>
          </p:cNvSpPr>
          <p:nvPr/>
        </p:nvSpPr>
        <p:spPr>
          <a:xfrm>
            <a:off x="117675" y="251529"/>
            <a:ext cx="8562392" cy="64382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3600">
                <a:latin typeface="Vitesse"/>
              </a:rPr>
              <a:t>Estimating the Regression Line</a:t>
            </a:r>
            <a:endParaRPr lang="en-US" sz="360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738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3">
                <a:extLst>
                  <a:ext uri="{FF2B5EF4-FFF2-40B4-BE49-F238E27FC236}">
                    <a16:creationId xmlns:a16="http://schemas.microsoft.com/office/drawing/2014/main" id="{12B21210-AEE3-494B-8AEC-D0A10717B3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575" y="1013025"/>
                <a:ext cx="7620000" cy="6983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(1 -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b="1" dirty="0">
                    <a:latin typeface="Symbol" panose="05050102010706020507" pitchFamily="18" charset="2"/>
                  </a:rPr>
                  <a:t>a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)</a:t>
                </a:r>
                <a:r>
                  <a:rPr lang="en-US" altLang="en-US" b="1" dirty="0"/>
                  <a:t> </a:t>
                </a: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Confidence Interval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for the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mean response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(or regression line) for </a:t>
                </a:r>
                <a:r>
                  <a:rPr lang="en-US" altLang="en-US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one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instance of predicting variables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lim>
                        <m:r>
                          <m:rPr>
                            <m:nor/>
                          </m:rPr>
                          <a:rPr lang="en-US" b="1" i="1" baseline="-30000">
                            <a:latin typeface="Cambria Math" panose="02040503050406030204" pitchFamily="18" charset="0"/>
                          </a:rPr>
                          <m:t>∗</m:t>
                        </m:r>
                      </m:lim>
                    </m:limUpp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is:</a:t>
                </a:r>
              </a:p>
            </p:txBody>
          </p:sp>
        </mc:Choice>
        <mc:Fallback xmlns="">
          <p:sp>
            <p:nvSpPr>
              <p:cNvPr id="3" name="TextBox 3">
                <a:extLst>
                  <a:ext uri="{FF2B5EF4-FFF2-40B4-BE49-F238E27FC236}">
                    <a16:creationId xmlns:a16="http://schemas.microsoft.com/office/drawing/2014/main" id="{12B21210-AEE3-494B-8AEC-D0A10717B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575" y="1013025"/>
                <a:ext cx="7620000" cy="698396"/>
              </a:xfrm>
              <a:prstGeom prst="rect">
                <a:avLst/>
              </a:prstGeom>
              <a:blipFill>
                <a:blip r:embed="rId3"/>
                <a:stretch>
                  <a:fillRect l="-640" t="-6087" b="-130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5">
            <a:extLst>
              <a:ext uri="{FF2B5EF4-FFF2-40B4-BE49-F238E27FC236}">
                <a16:creationId xmlns:a16="http://schemas.microsoft.com/office/drawing/2014/main" id="{C971176E-8705-48BC-8406-5EBDE3A3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55" y="2724150"/>
            <a:ext cx="7620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The (1 -</a:t>
            </a:r>
            <a:r>
              <a:rPr lang="zh-CN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b="1" dirty="0">
                <a:latin typeface="Symbol" panose="05050102010706020507" pitchFamily="18" charset="2"/>
              </a:rPr>
              <a:t>a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  <a:r>
              <a:rPr lang="en-US" alt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Confidence Surface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for all possible instances of the predicting variables is: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2F8C4E-69F2-41FB-AE47-7738F0163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50" y="251529"/>
            <a:ext cx="8562392" cy="643822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sz="3600" dirty="0">
                <a:latin typeface="Vitesse"/>
              </a:rPr>
              <a:t>Confidence Interval for Regression Line</a:t>
            </a:r>
            <a:endParaRPr 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8C528E8-8D71-4558-B420-25B125BFBA03}"/>
                  </a:ext>
                </a:extLst>
              </p:cNvPr>
              <p:cNvSpPr/>
              <p:nvPr/>
            </p:nvSpPr>
            <p:spPr>
              <a:xfrm>
                <a:off x="610885" y="1839537"/>
                <a:ext cx="3727623" cy="656013"/>
              </a:xfrm>
              <a:prstGeom prst="rect">
                <a:avLst/>
              </a:prstGeom>
              <a:ln w="19050">
                <a:solidFill>
                  <a:schemeClr val="tx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0">
                          <a:latin typeface="Cambria Math" panose="02040503050406030204" pitchFamily="18" charset="0"/>
                        </a:rPr>
                        <m:t>|</m:t>
                      </m:r>
                      <m:limUpp>
                        <m:limUp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lim>
                          <m:r>
                            <m:rPr>
                              <m:nor/>
                            </m:rPr>
                            <a:rPr lang="en-US" b="1" i="1" baseline="-30000">
                              <a:latin typeface="Cambria Math" panose="02040503050406030204" pitchFamily="18" charset="0"/>
                            </a:rPr>
                            <m:t>∗</m:t>
                          </m:r>
                        </m:lim>
                      </m:limUpp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limUpp>
                                <m:limUp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b="1" i="1" baseline="-3000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lim>
                              </m:limUpp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limUpp>
                            <m:limUp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b="1" i="1" baseline="-300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lim>
                          </m:limUp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8C528E8-8D71-4558-B420-25B125BFB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85" y="1839537"/>
                <a:ext cx="3727623" cy="6560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DC6DD8-CD6F-4E61-92E3-71C028DE3756}"/>
                  </a:ext>
                </a:extLst>
              </p:cNvPr>
              <p:cNvSpPr/>
              <p:nvPr/>
            </p:nvSpPr>
            <p:spPr>
              <a:xfrm>
                <a:off x="614640" y="3486150"/>
                <a:ext cx="4876271" cy="710579"/>
              </a:xfrm>
              <a:prstGeom prst="rect">
                <a:avLst/>
              </a:prstGeom>
              <a:ln w="19050">
                <a:solidFill>
                  <a:schemeClr val="tx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0">
                          <a:latin typeface="Cambria Math" panose="02040503050406030204" pitchFamily="18" charset="0"/>
                        </a:rPr>
                        <m:t>|</m:t>
                      </m:r>
                      <m:limUpp>
                        <m:limUp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lim>
                          <m:r>
                            <m:rPr>
                              <m:nor/>
                            </m:rPr>
                            <a:rPr lang="en-US" b="1" i="1" baseline="-30000">
                              <a:latin typeface="Cambria Math" panose="02040503050406030204" pitchFamily="18" charset="0"/>
                            </a:rPr>
                            <m:t>∗</m:t>
                          </m:r>
                        </m:lim>
                      </m:limUpp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ad>
                        <m:radPr>
                          <m:deg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+1, 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rad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ad>
                        <m:radPr>
                          <m:deg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limUpp>
                                <m:limUp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lim>
                                  <m:r>
                                    <m:rPr>
                                      <m:nor/>
                                    </m:rPr>
                                    <a:rPr lang="en-US" b="1" i="1" baseline="-3000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lim>
                              </m:limUpp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limUpp>
                            <m:limUp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b="1" i="1" baseline="-300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lim>
                          </m:limUp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DC6DD8-CD6F-4E61-92E3-71C028DE37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40" y="3486150"/>
                <a:ext cx="4876271" cy="7105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4914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037FCB4B-1F43-4111-8433-B94295BB1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006275"/>
            <a:ext cx="7610475" cy="2446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7663" indent="-347663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One of the primary motivations for regression is to use the regression equation to predict future responses. </a:t>
            </a:r>
          </a:p>
          <a:p>
            <a:pPr marL="347663" indent="-347663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predicted regression line is the same as the estimated regression line.</a:t>
            </a:r>
          </a:p>
          <a:p>
            <a:pPr marL="347663" indent="-347663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But a prediction is not the same as the regression line estimation. The prediction contains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two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sources of uncertainty:</a:t>
            </a:r>
          </a:p>
          <a:p>
            <a:pPr marL="347663" indent="-347663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8">
                <a:extLst>
                  <a:ext uri="{FF2B5EF4-FFF2-40B4-BE49-F238E27FC236}">
                    <a16:creationId xmlns:a16="http://schemas.microsoft.com/office/drawing/2014/main" id="{47784F94-F44E-4A6C-920C-EDC8BD2D5B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600" y="3018781"/>
                <a:ext cx="7610474" cy="723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800100" lvl="1" indent="-398463" eaLnBrk="1" hangingPunct="1">
                  <a:spcBef>
                    <a:spcPts val="600"/>
                  </a:spcBef>
                  <a:buFont typeface="Arial" panose="020B0604020202020204" pitchFamily="34" charset="0"/>
                  <a:buChar char="•"/>
                  <a:tabLst>
                    <a:tab pos="1481138" algn="l"/>
                  </a:tabLst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From the parameter estimates (of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</a:t>
                </a:r>
                <a:r>
                  <a:rPr lang="en-US" altLang="en-US" sz="2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</a:t>
                </a:r>
              </a:p>
              <a:p>
                <a:pPr marL="800100" lvl="1" indent="-398463" eaLnBrk="1" hangingPunct="1">
                  <a:spcBef>
                    <a:spcPts val="600"/>
                  </a:spcBef>
                  <a:buFont typeface="Arial" panose="020B0604020202020204" pitchFamily="34" charset="0"/>
                  <a:buChar char="•"/>
                  <a:tabLst>
                    <a:tab pos="1481138" algn="l"/>
                  </a:tabLst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From the new observation(s)</a:t>
                </a:r>
              </a:p>
            </p:txBody>
          </p:sp>
        </mc:Choice>
        <mc:Fallback xmlns="">
          <p:sp>
            <p:nvSpPr>
              <p:cNvPr id="4" name="Rectangle 8">
                <a:extLst>
                  <a:ext uri="{FF2B5EF4-FFF2-40B4-BE49-F238E27FC236}">
                    <a16:creationId xmlns:a16="http://schemas.microsoft.com/office/drawing/2014/main" id="{47784F94-F44E-4A6C-920C-EDC8BD2D5B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600" y="3018781"/>
                <a:ext cx="7610474" cy="723275"/>
              </a:xfrm>
              <a:prstGeom prst="rect">
                <a:avLst/>
              </a:prstGeom>
              <a:blipFill>
                <a:blip r:embed="rId3"/>
                <a:stretch>
                  <a:fillRect t="-3361" b="-100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3">
            <a:extLst>
              <a:ext uri="{FF2B5EF4-FFF2-40B4-BE49-F238E27FC236}">
                <a16:creationId xmlns:a16="http://schemas.microsoft.com/office/drawing/2014/main" id="{3BF2D994-4AC1-466F-915C-F7D29587F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33" y="251529"/>
            <a:ext cx="8562392" cy="69687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Predicting a New Response</a:t>
            </a:r>
            <a:endParaRPr 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902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9573F0F-5FAD-44BB-969A-33A47C74598F}"/>
                  </a:ext>
                </a:extLst>
              </p:cNvPr>
              <p:cNvSpPr/>
              <p:nvPr/>
            </p:nvSpPr>
            <p:spPr>
              <a:xfrm>
                <a:off x="457200" y="3105150"/>
                <a:ext cx="6449586" cy="5100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9573F0F-5FAD-44BB-969A-33A47C7459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105150"/>
                <a:ext cx="6449586" cy="5100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2">
                <a:extLst>
                  <a:ext uri="{FF2B5EF4-FFF2-40B4-BE49-F238E27FC236}">
                    <a16:creationId xmlns:a16="http://schemas.microsoft.com/office/drawing/2014/main" id="{A76E8FBB-6FAD-4F01-9A17-AADED6B74A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400" y="948400"/>
                <a:ext cx="7543800" cy="8745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341313" indent="-341313" eaLnBrk="1" hangingPunct="1">
                  <a:spcBef>
                    <a:spcPct val="50000"/>
                  </a:spcBef>
                  <a:buFontTx/>
                  <a:buAutoNum type="arabicPeriod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Variation of the estimated regression line: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 Neue" charset="0"/>
                </a:endParaRPr>
              </a:p>
              <a:p>
                <a:pPr marL="341313" indent="-341313" eaLnBrk="1" hangingPunct="1">
                  <a:spcBef>
                    <a:spcPct val="50000"/>
                  </a:spcBef>
                  <a:buFontTx/>
                  <a:buAutoNum type="arabicPeriod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Variation of a new measurement: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baseline="300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 Box 2">
                <a:extLst>
                  <a:ext uri="{FF2B5EF4-FFF2-40B4-BE49-F238E27FC236}">
                    <a16:creationId xmlns:a16="http://schemas.microsoft.com/office/drawing/2014/main" id="{A76E8FBB-6FAD-4F01-9A17-AADED6B74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948400"/>
                <a:ext cx="7543800" cy="874598"/>
              </a:xfrm>
              <a:prstGeom prst="rect">
                <a:avLst/>
              </a:prstGeom>
              <a:blipFill>
                <a:blip r:embed="rId4"/>
                <a:stretch>
                  <a:fillRect l="-485" b="-111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B2AC0E23-BE78-4CC0-88E6-CBB9463AE8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400" y="2307404"/>
                <a:ext cx="7086600" cy="6983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new observation is independent of the regression data, so the total variation in predicting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  <m:lim>
                        <m:r>
                          <m:rPr>
                            <m:nor/>
                          </m:rPr>
                          <a:rPr lang="en-US" b="1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lim>
                    </m:limUpp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limUpp>
                      <m:limUpp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lim>
                        <m:r>
                          <m:rPr>
                            <m:nor/>
                          </m:rPr>
                          <a:rPr lang="en-US" b="1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lim>
                    </m:limUpp>
                    <m:r>
                      <a:rPr lang="en-US" b="1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</a:t>
                </a:r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B2AC0E23-BE78-4CC0-88E6-CBB9463AE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400" y="2307404"/>
                <a:ext cx="7086600" cy="698396"/>
              </a:xfrm>
              <a:prstGeom prst="rect">
                <a:avLst/>
              </a:prstGeom>
              <a:blipFill>
                <a:blip r:embed="rId5"/>
                <a:stretch>
                  <a:fillRect l="-775" t="-5263" b="-140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96E799EB-9BE5-4BCA-B4BC-CDB93F3E4C53}"/>
              </a:ext>
            </a:extLst>
          </p:cNvPr>
          <p:cNvSpPr/>
          <p:nvPr/>
        </p:nvSpPr>
        <p:spPr>
          <a:xfrm>
            <a:off x="4169110" y="3198230"/>
            <a:ext cx="555289" cy="323850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7F1250A9-16FD-4142-87BA-506C9AED5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33" y="251528"/>
            <a:ext cx="8562392" cy="705539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Predicting a New Response </a:t>
            </a:r>
            <a:r>
              <a:rPr lang="en-US" altLang="en-US" sz="3600" i="1" dirty="0">
                <a:latin typeface="Vitesse"/>
              </a:rPr>
              <a:t>(cont’d)</a:t>
            </a:r>
            <a:endParaRPr lang="en-US" sz="3600" i="1" dirty="0">
              <a:latin typeface="Vitesse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3E9E21-2547-4321-9570-92FE57BA36E5}"/>
              </a:ext>
            </a:extLst>
          </p:cNvPr>
          <p:cNvSpPr/>
          <p:nvPr/>
        </p:nvSpPr>
        <p:spPr>
          <a:xfrm>
            <a:off x="5181600" y="3173335"/>
            <a:ext cx="457200" cy="348746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977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CC18EBC-DB89-435B-9925-6EF4C8BB60DF}"/>
                  </a:ext>
                </a:extLst>
              </p:cNvPr>
              <p:cNvSpPr/>
              <p:nvPr/>
            </p:nvSpPr>
            <p:spPr>
              <a:xfrm>
                <a:off x="609600" y="1428750"/>
                <a:ext cx="4680961" cy="656013"/>
              </a:xfrm>
              <a:prstGeom prst="rect">
                <a:avLst/>
              </a:prstGeom>
              <a:ln w="19050">
                <a:solidFill>
                  <a:schemeClr val="tx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CC18EBC-DB89-435B-9925-6EF4C8BB60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428750"/>
                <a:ext cx="4680961" cy="656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1853F9-496C-4365-9198-2820C31DFAA5}"/>
                  </a:ext>
                </a:extLst>
              </p:cNvPr>
              <p:cNvSpPr/>
              <p:nvPr/>
            </p:nvSpPr>
            <p:spPr>
              <a:xfrm>
                <a:off x="609600" y="3714750"/>
                <a:ext cx="5063566" cy="656013"/>
              </a:xfrm>
              <a:prstGeom prst="rect">
                <a:avLst/>
              </a:prstGeom>
              <a:ln w="19050">
                <a:solidFill>
                  <a:schemeClr val="tx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ad>
                        <m:radPr>
                          <m:deg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, 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rad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ad>
                        <m:radPr>
                          <m:deg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1853F9-496C-4365-9198-2820C31DFA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714750"/>
                <a:ext cx="5063566" cy="6560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4">
                <a:extLst>
                  <a:ext uri="{FF2B5EF4-FFF2-40B4-BE49-F238E27FC236}">
                    <a16:creationId xmlns:a16="http://schemas.microsoft.com/office/drawing/2014/main" id="{10006B4D-3517-4DD7-8A60-ADCFFB84C2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400" y="959119"/>
                <a:ext cx="6446837" cy="4213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(1 -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b="1" dirty="0">
                    <a:latin typeface="Symbol" panose="05050102010706020507" pitchFamily="18" charset="2"/>
                  </a:rPr>
                  <a:t>a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)</a:t>
                </a:r>
                <a:r>
                  <a:rPr lang="en-US" altLang="en-US" b="1" dirty="0"/>
                  <a:t> </a:t>
                </a: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Prediction Interval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for </a:t>
                </a:r>
                <a:r>
                  <a:rPr lang="en-US" altLang="en-US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one new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(future)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lim>
                        <m:r>
                          <m:rPr>
                            <m:nor/>
                          </m:rPr>
                          <a:rPr lang="en-US" b="1" i="1" baseline="-30000">
                            <a:latin typeface="Cambria Math" panose="02040503050406030204" pitchFamily="18" charset="0"/>
                          </a:rPr>
                          <m:t>∗</m:t>
                        </m:r>
                      </m:lim>
                    </m:limUpp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(at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lim>
                        <m:r>
                          <m:rPr>
                            <m:nor/>
                          </m:rPr>
                          <a:rPr lang="en-US" b="1" i="1" baseline="-30000">
                            <a:latin typeface="Cambria Math" panose="02040503050406030204" pitchFamily="18" charset="0"/>
                          </a:rPr>
                          <m:t>∗</m:t>
                        </m:r>
                      </m:lim>
                    </m:limUpp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 is</a:t>
                </a:r>
              </a:p>
            </p:txBody>
          </p:sp>
        </mc:Choice>
        <mc:Fallback xmlns="">
          <p:sp>
            <p:nvSpPr>
              <p:cNvPr id="3" name="Text Box 4">
                <a:extLst>
                  <a:ext uri="{FF2B5EF4-FFF2-40B4-BE49-F238E27FC236}">
                    <a16:creationId xmlns:a16="http://schemas.microsoft.com/office/drawing/2014/main" id="{10006B4D-3517-4DD7-8A60-ADCFFB84C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959119"/>
                <a:ext cx="6446837" cy="421397"/>
              </a:xfrm>
              <a:prstGeom prst="rect">
                <a:avLst/>
              </a:prstGeom>
              <a:blipFill>
                <a:blip r:embed="rId5"/>
                <a:stretch>
                  <a:fillRect l="-756" r="-95" b="-217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713E96DD-7B72-4A85-A4CE-B8ACFE538A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400" y="3257550"/>
                <a:ext cx="6553200" cy="4213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(1 -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b="1" dirty="0">
                    <a:latin typeface="Symbol" panose="05050102010706020507" pitchFamily="18" charset="2"/>
                  </a:rPr>
                  <a:t>a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 </a:t>
                </a: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Prediction Interval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for </a:t>
                </a:r>
                <a:r>
                  <a:rPr lang="en-US" altLang="en-US" i="1" u="sng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</a:t>
                </a:r>
                <a:r>
                  <a:rPr lang="en-US" altLang="en-US" u="sng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new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(future)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lim>
                        <m:r>
                          <m:rPr>
                            <m:nor/>
                          </m:rPr>
                          <a:rPr lang="en-US" b="1" i="1" baseline="-30000">
                            <a:latin typeface="Cambria Math" panose="02040503050406030204" pitchFamily="18" charset="0"/>
                          </a:rPr>
                          <m:t>∗</m:t>
                        </m:r>
                      </m:lim>
                    </m:limUpp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s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(at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 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713E96DD-7B72-4A85-A4CE-B8ACFE538A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3257550"/>
                <a:ext cx="6553200" cy="421397"/>
              </a:xfrm>
              <a:prstGeom prst="rect">
                <a:avLst/>
              </a:prstGeom>
              <a:blipFill>
                <a:blip r:embed="rId6"/>
                <a:stretch>
                  <a:fillRect l="-744" b="-2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62EA7CA5-3197-49AA-9DB9-4A641A65C984}"/>
              </a:ext>
            </a:extLst>
          </p:cNvPr>
          <p:cNvSpPr/>
          <p:nvPr/>
        </p:nvSpPr>
        <p:spPr>
          <a:xfrm>
            <a:off x="3186461" y="1653963"/>
            <a:ext cx="421481" cy="279787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97DE243-2827-4CB3-8701-F92515E8E393}"/>
                  </a:ext>
                </a:extLst>
              </p:cNvPr>
              <p:cNvSpPr/>
              <p:nvPr/>
            </p:nvSpPr>
            <p:spPr>
              <a:xfrm>
                <a:off x="152400" y="2336583"/>
                <a:ext cx="7239000" cy="678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 </m:t>
                    </m:r>
                  </m:oMath>
                </a14:m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the same as the line estimate, but the </a:t>
                </a:r>
                <a:r>
                  <a:rPr lang="en-US" altLang="en-US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Prediction Interval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wider than the </a:t>
                </a:r>
                <a:r>
                  <a:rPr lang="en-US" altLang="en-US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Confidence Interval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for the mean response.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97DE243-2827-4CB3-8701-F92515E8E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336583"/>
                <a:ext cx="7239000" cy="678647"/>
              </a:xfrm>
              <a:prstGeom prst="rect">
                <a:avLst/>
              </a:prstGeom>
              <a:blipFill>
                <a:blip r:embed="rId7"/>
                <a:stretch>
                  <a:fillRect l="-673" b="-13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52C4CA33-BFF0-4950-B883-62A37A09EA43}"/>
              </a:ext>
            </a:extLst>
          </p:cNvPr>
          <p:cNvSpPr/>
          <p:nvPr/>
        </p:nvSpPr>
        <p:spPr>
          <a:xfrm>
            <a:off x="3563639" y="3943143"/>
            <a:ext cx="421481" cy="257208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7F1250A9-16FD-4142-87BA-506C9AED5F6B}"/>
              </a:ext>
            </a:extLst>
          </p:cNvPr>
          <p:cNvSpPr txBox="1">
            <a:spLocks/>
          </p:cNvSpPr>
          <p:nvPr/>
        </p:nvSpPr>
        <p:spPr>
          <a:xfrm>
            <a:off x="112833" y="251528"/>
            <a:ext cx="8562392" cy="70553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3600">
                <a:latin typeface="Vitesse"/>
              </a:rPr>
              <a:t>Predicting a New Response </a:t>
            </a:r>
            <a:r>
              <a:rPr lang="en-US" altLang="en-US" sz="3600" i="1">
                <a:latin typeface="Vitesse"/>
              </a:rPr>
              <a:t>(cont’d)</a:t>
            </a:r>
            <a:endParaRPr lang="en-US" sz="3600" i="1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403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60001"/>
            <a:ext cx="4727575" cy="7949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2432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60175</TotalTime>
  <Words>418</Words>
  <Application>Microsoft Office PowerPoint</Application>
  <PresentationFormat>On-screen Show (16:9)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Arial</vt:lpstr>
      <vt:lpstr>Calibri</vt:lpstr>
      <vt:lpstr>Cambria Math</vt:lpstr>
      <vt:lpstr>Helvetica</vt:lpstr>
      <vt:lpstr>Helvetica Neue</vt:lpstr>
      <vt:lpstr>Symbol</vt:lpstr>
      <vt:lpstr>Times New Roman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Estimating the Regression Line</vt:lpstr>
      <vt:lpstr>PowerPoint Presentation</vt:lpstr>
      <vt:lpstr>Confidence Interval for Regression Line</vt:lpstr>
      <vt:lpstr>Predicting a New Response</vt:lpstr>
      <vt:lpstr>Predicting a New Response (cont’d)</vt:lpstr>
      <vt:lpstr>PowerPoint Presentation</vt:lpstr>
      <vt:lpstr>PowerPoint Presentation</vt:lpstr>
    </vt:vector>
  </TitlesOfParts>
  <Company>GA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807</cp:revision>
  <dcterms:created xsi:type="dcterms:W3CDTF">2002-04-06T16:20:45Z</dcterms:created>
  <dcterms:modified xsi:type="dcterms:W3CDTF">2020-05-11T17:02:25Z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EEE8ABA2-61B9-4D3D-8AFE-FC90E818A556</vt:lpwstr>
  </property>
  <property fmtid="{D5CDD505-2E9C-101B-9397-08002B2CF9AE}" pid="3" name="ArticulatePath">
    <vt:lpwstr>09_MLRL9 revised_03102020</vt:lpwstr>
  </property>
</Properties>
</file>