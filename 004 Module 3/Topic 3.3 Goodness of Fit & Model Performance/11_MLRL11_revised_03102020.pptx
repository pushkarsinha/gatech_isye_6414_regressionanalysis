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0" r:id="rId1"/>
    <p:sldMasterId id="2147484048" r:id="rId2"/>
    <p:sldMasterId id="2147484049" r:id="rId3"/>
  </p:sldMasterIdLst>
  <p:notesMasterIdLst>
    <p:notesMasterId r:id="rId23"/>
  </p:notesMasterIdLst>
  <p:handoutMasterIdLst>
    <p:handoutMasterId r:id="rId24"/>
  </p:handoutMasterIdLst>
  <p:sldIdLst>
    <p:sldId id="500" r:id="rId4"/>
    <p:sldId id="547" r:id="rId5"/>
    <p:sldId id="537" r:id="rId6"/>
    <p:sldId id="471" r:id="rId7"/>
    <p:sldId id="540" r:id="rId8"/>
    <p:sldId id="422" r:id="rId9"/>
    <p:sldId id="543" r:id="rId10"/>
    <p:sldId id="309" r:id="rId11"/>
    <p:sldId id="310" r:id="rId12"/>
    <p:sldId id="311" r:id="rId13"/>
    <p:sldId id="545" r:id="rId14"/>
    <p:sldId id="465" r:id="rId15"/>
    <p:sldId id="391" r:id="rId16"/>
    <p:sldId id="318" r:id="rId17"/>
    <p:sldId id="393" r:id="rId18"/>
    <p:sldId id="390" r:id="rId19"/>
    <p:sldId id="472" r:id="rId20"/>
    <p:sldId id="546" r:id="rId21"/>
    <p:sldId id="548" r:id="rId22"/>
  </p:sldIdLst>
  <p:sldSz cx="9144000" cy="5143500" type="screen16x9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2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pos="624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orient="horz" pos="468" userDrawn="1">
          <p15:clr>
            <a:srgbClr val="A4A3A4"/>
          </p15:clr>
        </p15:guide>
        <p15:guide id="8" orient="horz" pos="804" userDrawn="1">
          <p15:clr>
            <a:srgbClr val="A4A3A4"/>
          </p15:clr>
        </p15:guide>
        <p15:guide id="9" orient="horz" pos="10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  <p:cmAuthor id="3" name="Richard Levine" initials="RL" lastIdx="6" clrIdx="2">
    <p:extLst>
      <p:ext uri="{19B8F6BF-5375-455C-9EA6-DF929625EA0E}">
        <p15:presenceInfo xmlns:p15="http://schemas.microsoft.com/office/powerpoint/2012/main" userId="be0075ead24e3c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8E4221"/>
    <a:srgbClr val="00254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0740A-3461-4AE0-AD3D-93D8DA485BFC}" v="1405" dt="2019-12-30T05:13:55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54" autoAdjust="0"/>
    <p:restoredTop sz="96201" autoAdjust="0"/>
  </p:normalViewPr>
  <p:slideViewPr>
    <p:cSldViewPr>
      <p:cViewPr varScale="1">
        <p:scale>
          <a:sx n="83" d="100"/>
          <a:sy n="83" d="100"/>
        </p:scale>
        <p:origin x="912" y="90"/>
      </p:cViewPr>
      <p:guideLst>
        <p:guide orient="horz" pos="1572"/>
        <p:guide pos="2880"/>
        <p:guide pos="144"/>
        <p:guide pos="384"/>
        <p:guide pos="624"/>
        <p:guide pos="3456"/>
        <p:guide orient="horz" pos="468"/>
        <p:guide orient="horz" pos="804"/>
        <p:guide orient="horz" pos="10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Levine" userId="be0075ead24e3c6f" providerId="LiveId" clId="{2D90740A-3461-4AE0-AD3D-93D8DA485BFC}"/>
    <pc:docChg chg="undo redo custSel addSld delSld modSld">
      <pc:chgData name="Richard Levine" userId="be0075ead24e3c6f" providerId="LiveId" clId="{2D90740A-3461-4AE0-AD3D-93D8DA485BFC}" dt="2019-12-30T05:13:55.438" v="2030"/>
      <pc:docMkLst>
        <pc:docMk/>
      </pc:docMkLst>
      <pc:sldChg chg="modSp">
        <pc:chgData name="Richard Levine" userId="be0075ead24e3c6f" providerId="LiveId" clId="{2D90740A-3461-4AE0-AD3D-93D8DA485BFC}" dt="2019-12-29T05:59:15.129" v="784" actId="20577"/>
        <pc:sldMkLst>
          <pc:docMk/>
          <pc:sldMk cId="0" sldId="309"/>
        </pc:sldMkLst>
        <pc:spChg chg="mod">
          <ac:chgData name="Richard Levine" userId="be0075ead24e3c6f" providerId="LiveId" clId="{2D90740A-3461-4AE0-AD3D-93D8DA485BFC}" dt="2019-12-29T05:44:53.392" v="676" actId="14100"/>
          <ac:spMkLst>
            <pc:docMk/>
            <pc:sldMk cId="0" sldId="309"/>
            <ac:spMk id="2" creationId="{00000000-0000-0000-0000-000000000000}"/>
          </ac:spMkLst>
        </pc:spChg>
        <pc:spChg chg="mod">
          <ac:chgData name="Richard Levine" userId="be0075ead24e3c6f" providerId="LiveId" clId="{2D90740A-3461-4AE0-AD3D-93D8DA485BFC}" dt="2019-12-29T05:59:15.129" v="784" actId="20577"/>
          <ac:spMkLst>
            <pc:docMk/>
            <pc:sldMk cId="0" sldId="309"/>
            <ac:spMk id="97286" creationId="{00000000-0000-0000-0000-000000000000}"/>
          </ac:spMkLst>
        </pc:spChg>
      </pc:sldChg>
      <pc:sldChg chg="addSp modSp addCm modCm">
        <pc:chgData name="Richard Levine" userId="be0075ead24e3c6f" providerId="LiveId" clId="{2D90740A-3461-4AE0-AD3D-93D8DA485BFC}" dt="2019-12-29T09:07:30.051" v="1983"/>
        <pc:sldMkLst>
          <pc:docMk/>
          <pc:sldMk cId="0" sldId="310"/>
        </pc:sldMkLst>
        <pc:spChg chg="mod">
          <ac:chgData name="Richard Levine" userId="be0075ead24e3c6f" providerId="LiveId" clId="{2D90740A-3461-4AE0-AD3D-93D8DA485BFC}" dt="2019-12-29T05:49:39.543" v="732" actId="14100"/>
          <ac:spMkLst>
            <pc:docMk/>
            <pc:sldMk cId="0" sldId="310"/>
            <ac:spMk id="4" creationId="{00000000-0000-0000-0000-000000000000}"/>
          </ac:spMkLst>
        </pc:spChg>
        <pc:spChg chg="add mod">
          <ac:chgData name="Richard Levine" userId="be0075ead24e3c6f" providerId="LiveId" clId="{2D90740A-3461-4AE0-AD3D-93D8DA485BFC}" dt="2019-12-29T06:05:19.704" v="830" actId="1035"/>
          <ac:spMkLst>
            <pc:docMk/>
            <pc:sldMk cId="0" sldId="310"/>
            <ac:spMk id="5" creationId="{5C26248D-3238-4722-9B84-BAE31C2919C7}"/>
          </ac:spMkLst>
        </pc:spChg>
        <pc:spChg chg="add mod">
          <ac:chgData name="Richard Levine" userId="be0075ead24e3c6f" providerId="LiveId" clId="{2D90740A-3461-4AE0-AD3D-93D8DA485BFC}" dt="2019-12-29T06:10:03.195" v="861" actId="1035"/>
          <ac:spMkLst>
            <pc:docMk/>
            <pc:sldMk cId="0" sldId="310"/>
            <ac:spMk id="13" creationId="{4E7E88E2-9152-472E-9C78-6043045022B9}"/>
          </ac:spMkLst>
        </pc:spChg>
      </pc:sldChg>
      <pc:sldChg chg="addSp delSp modSp delAnim addCm modCm">
        <pc:chgData name="Richard Levine" userId="be0075ead24e3c6f" providerId="LiveId" clId="{2D90740A-3461-4AE0-AD3D-93D8DA485BFC}" dt="2019-12-29T09:09:28.797" v="1988"/>
        <pc:sldMkLst>
          <pc:docMk/>
          <pc:sldMk cId="0" sldId="311"/>
        </pc:sldMkLst>
        <pc:spChg chg="mod">
          <ac:chgData name="Richard Levine" userId="be0075ead24e3c6f" providerId="LiveId" clId="{2D90740A-3461-4AE0-AD3D-93D8DA485BFC}" dt="2019-12-29T05:49:16.435" v="728" actId="14100"/>
          <ac:spMkLst>
            <pc:docMk/>
            <pc:sldMk cId="0" sldId="311"/>
            <ac:spMk id="2" creationId="{00000000-0000-0000-0000-000000000000}"/>
          </ac:spMkLst>
        </pc:spChg>
        <pc:spChg chg="add mod">
          <ac:chgData name="Richard Levine" userId="be0075ead24e3c6f" providerId="LiveId" clId="{2D90740A-3461-4AE0-AD3D-93D8DA485BFC}" dt="2019-12-29T05:58:27.200" v="780" actId="20577"/>
          <ac:spMkLst>
            <pc:docMk/>
            <pc:sldMk cId="0" sldId="311"/>
            <ac:spMk id="5" creationId="{D80E902B-6917-4652-A38A-86B6CBBE400F}"/>
          </ac:spMkLst>
        </pc:spChg>
        <pc:spChg chg="del">
          <ac:chgData name="Richard Levine" userId="be0075ead24e3c6f" providerId="LiveId" clId="{2D90740A-3461-4AE0-AD3D-93D8DA485BFC}" dt="2019-12-29T05:46:50.174" v="678" actId="478"/>
          <ac:spMkLst>
            <pc:docMk/>
            <pc:sldMk cId="0" sldId="311"/>
            <ac:spMk id="34" creationId="{00000000-0000-0000-0000-000000000000}"/>
          </ac:spMkLst>
        </pc:spChg>
        <pc:spChg chg="add mod">
          <ac:chgData name="Richard Levine" userId="be0075ead24e3c6f" providerId="LiveId" clId="{2D90740A-3461-4AE0-AD3D-93D8DA485BFC}" dt="2019-12-29T06:06:12.940" v="839" actId="1076"/>
          <ac:spMkLst>
            <pc:docMk/>
            <pc:sldMk cId="0" sldId="311"/>
            <ac:spMk id="38" creationId="{8B4BF0B9-1C8F-4CF5-BEA2-F01B8CFE6192}"/>
          </ac:spMkLst>
        </pc:spChg>
        <pc:spChg chg="add mod">
          <ac:chgData name="Richard Levine" userId="be0075ead24e3c6f" providerId="LiveId" clId="{2D90740A-3461-4AE0-AD3D-93D8DA485BFC}" dt="2019-12-29T06:07:57.884" v="849" actId="1076"/>
          <ac:spMkLst>
            <pc:docMk/>
            <pc:sldMk cId="0" sldId="311"/>
            <ac:spMk id="39" creationId="{C7AE9F90-C38B-4BAD-B375-AE21444171CB}"/>
          </ac:spMkLst>
        </pc:spChg>
        <pc:spChg chg="mod">
          <ac:chgData name="Richard Levine" userId="be0075ead24e3c6f" providerId="LiveId" clId="{2D90740A-3461-4AE0-AD3D-93D8DA485BFC}" dt="2019-12-29T06:13:58.060" v="891" actId="113"/>
          <ac:spMkLst>
            <pc:docMk/>
            <pc:sldMk cId="0" sldId="311"/>
            <ac:spMk id="99331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32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33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34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35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36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37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38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39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40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41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42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43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44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45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46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47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48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49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50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51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52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53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54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55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56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57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58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59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60" creationId="{00000000-0000-0000-0000-000000000000}"/>
          </ac:spMkLst>
        </pc:spChg>
        <pc:spChg chg="mod topLvl">
          <ac:chgData name="Richard Levine" userId="be0075ead24e3c6f" providerId="LiveId" clId="{2D90740A-3461-4AE0-AD3D-93D8DA485BFC}" dt="2019-12-29T05:57:20.058" v="766" actId="164"/>
          <ac:spMkLst>
            <pc:docMk/>
            <pc:sldMk cId="0" sldId="311"/>
            <ac:spMk id="99361" creationId="{00000000-0000-0000-0000-000000000000}"/>
          </ac:spMkLst>
        </pc:spChg>
        <pc:grpChg chg="add del mod">
          <ac:chgData name="Richard Levine" userId="be0075ead24e3c6f" providerId="LiveId" clId="{2D90740A-3461-4AE0-AD3D-93D8DA485BFC}" dt="2019-12-29T05:53:52.661" v="752" actId="165"/>
          <ac:grpSpMkLst>
            <pc:docMk/>
            <pc:sldMk cId="0" sldId="311"/>
            <ac:grpSpMk id="3" creationId="{94A69A2C-8F42-4F55-8FC5-8C3C0154C0C0}"/>
          </ac:grpSpMkLst>
        </pc:grpChg>
        <pc:grpChg chg="add mod">
          <ac:chgData name="Richard Levine" userId="be0075ead24e3c6f" providerId="LiveId" clId="{2D90740A-3461-4AE0-AD3D-93D8DA485BFC}" dt="2019-12-29T05:57:45.666" v="769" actId="1037"/>
          <ac:grpSpMkLst>
            <pc:docMk/>
            <pc:sldMk cId="0" sldId="311"/>
            <ac:grpSpMk id="4" creationId="{4FB31344-AA59-4F6B-8DD6-400353E8188E}"/>
          </ac:grpSpMkLst>
        </pc:grpChg>
      </pc:sldChg>
      <pc:sldChg chg="addSp delSp modSp">
        <pc:chgData name="Richard Levine" userId="be0075ead24e3c6f" providerId="LiveId" clId="{2D90740A-3461-4AE0-AD3D-93D8DA485BFC}" dt="2019-12-29T06:50:21.353" v="1211" actId="692"/>
        <pc:sldMkLst>
          <pc:docMk/>
          <pc:sldMk cId="0" sldId="318"/>
        </pc:sldMkLst>
        <pc:spChg chg="add mod">
          <ac:chgData name="Richard Levine" userId="be0075ead24e3c6f" providerId="LiveId" clId="{2D90740A-3461-4AE0-AD3D-93D8DA485BFC}" dt="2019-12-29T06:50:21.353" v="1211" actId="692"/>
          <ac:spMkLst>
            <pc:docMk/>
            <pc:sldMk cId="0" sldId="318"/>
            <ac:spMk id="7" creationId="{75E498D7-0667-43B4-A28F-CA0A21253BF6}"/>
          </ac:spMkLst>
        </pc:spChg>
        <pc:spChg chg="mod">
          <ac:chgData name="Richard Levine" userId="be0075ead24e3c6f" providerId="LiveId" clId="{2D90740A-3461-4AE0-AD3D-93D8DA485BFC}" dt="2019-12-29T06:49:44.407" v="1197" actId="15"/>
          <ac:spMkLst>
            <pc:docMk/>
            <pc:sldMk cId="0" sldId="318"/>
            <ac:spMk id="75779" creationId="{00000000-0000-0000-0000-000000000000}"/>
          </ac:spMkLst>
        </pc:spChg>
        <pc:spChg chg="add mod">
          <ac:chgData name="Richard Levine" userId="be0075ead24e3c6f" providerId="LiveId" clId="{2D90740A-3461-4AE0-AD3D-93D8DA485BFC}" dt="2019-12-29T06:50:06.628" v="1204" actId="692"/>
          <ac:spMkLst>
            <pc:docMk/>
            <pc:sldMk cId="0" sldId="318"/>
            <ac:spMk id="102404" creationId="{00000000-0000-0000-0000-000000000000}"/>
          </ac:spMkLst>
        </pc:spChg>
        <pc:graphicFrameChg chg="del mod replId">
          <ac:chgData name="Richard Levine" userId="be0075ead24e3c6f" providerId="LiveId" clId="{2D90740A-3461-4AE0-AD3D-93D8DA485BFC}" dt="2019-12-29T06:38:23.893" v="1013"/>
          <ac:graphicFrameMkLst>
            <pc:docMk/>
            <pc:sldMk cId="0" sldId="318"/>
            <ac:graphicFrameMk id="3" creationId="{00000000-0000-0000-0000-000000000000}"/>
          </ac:graphicFrameMkLst>
        </pc:graphicFrameChg>
      </pc:sldChg>
      <pc:sldChg chg="modSp modAnim addCm modCm">
        <pc:chgData name="Richard Levine" userId="be0075ead24e3c6f" providerId="LiveId" clId="{2D90740A-3461-4AE0-AD3D-93D8DA485BFC}" dt="2019-12-29T09:13:48.033" v="1993" actId="5900"/>
        <pc:sldMkLst>
          <pc:docMk/>
          <pc:sldMk cId="0" sldId="390"/>
        </pc:sldMkLst>
        <pc:spChg chg="mod">
          <ac:chgData name="Richard Levine" userId="be0075ead24e3c6f" providerId="LiveId" clId="{2D90740A-3461-4AE0-AD3D-93D8DA485BFC}" dt="2019-12-29T08:14:37.522" v="1811" actId="20577"/>
          <ac:spMkLst>
            <pc:docMk/>
            <pc:sldMk cId="0" sldId="390"/>
            <ac:spMk id="3" creationId="{00000000-0000-0000-0000-000000000000}"/>
          </ac:spMkLst>
        </pc:spChg>
      </pc:sldChg>
      <pc:sldChg chg="modSp">
        <pc:chgData name="Richard Levine" userId="be0075ead24e3c6f" providerId="LiveId" clId="{2D90740A-3461-4AE0-AD3D-93D8DA485BFC}" dt="2019-12-29T06:36:50.139" v="1006" actId="6549"/>
        <pc:sldMkLst>
          <pc:docMk/>
          <pc:sldMk cId="0" sldId="391"/>
        </pc:sldMkLst>
        <pc:spChg chg="mod">
          <ac:chgData name="Richard Levine" userId="be0075ead24e3c6f" providerId="LiveId" clId="{2D90740A-3461-4AE0-AD3D-93D8DA485BFC}" dt="2019-12-29T06:34:50.167" v="987" actId="14100"/>
          <ac:spMkLst>
            <pc:docMk/>
            <pc:sldMk cId="0" sldId="391"/>
            <ac:spMk id="2" creationId="{00000000-0000-0000-0000-000000000000}"/>
          </ac:spMkLst>
        </pc:spChg>
        <pc:spChg chg="mod">
          <ac:chgData name="Richard Levine" userId="be0075ead24e3c6f" providerId="LiveId" clId="{2D90740A-3461-4AE0-AD3D-93D8DA485BFC}" dt="2019-12-29T06:36:50.139" v="1006" actId="6549"/>
          <ac:spMkLst>
            <pc:docMk/>
            <pc:sldMk cId="0" sldId="391"/>
            <ac:spMk id="55" creationId="{00000000-0000-0000-0000-000000000000}"/>
          </ac:spMkLst>
        </pc:spChg>
        <pc:spChg chg="mod">
          <ac:chgData name="Richard Levine" userId="be0075ead24e3c6f" providerId="LiveId" clId="{2D90740A-3461-4AE0-AD3D-93D8DA485BFC}" dt="2019-12-29T06:35:59.720" v="1000" actId="14100"/>
          <ac:spMkLst>
            <pc:docMk/>
            <pc:sldMk cId="0" sldId="391"/>
            <ac:spMk id="101378" creationId="{00000000-0000-0000-0000-000000000000}"/>
          </ac:spMkLst>
        </pc:spChg>
      </pc:sldChg>
      <pc:sldChg chg="addSp delSp modSp">
        <pc:chgData name="Richard Levine" userId="be0075ead24e3c6f" providerId="LiveId" clId="{2D90740A-3461-4AE0-AD3D-93D8DA485BFC}" dt="2019-12-29T07:26:43.232" v="1400" actId="255"/>
        <pc:sldMkLst>
          <pc:docMk/>
          <pc:sldMk cId="0" sldId="393"/>
        </pc:sldMkLst>
        <pc:spChg chg="add mod">
          <ac:chgData name="Richard Levine" userId="be0075ead24e3c6f" providerId="LiveId" clId="{2D90740A-3461-4AE0-AD3D-93D8DA485BFC}" dt="2019-12-29T07:24:14.971" v="1379" actId="164"/>
          <ac:spMkLst>
            <pc:docMk/>
            <pc:sldMk cId="0" sldId="393"/>
            <ac:spMk id="6" creationId="{5EB4A274-98F9-439F-9DD5-6921FAC22460}"/>
          </ac:spMkLst>
        </pc:spChg>
        <pc:spChg chg="add mod">
          <ac:chgData name="Richard Levine" userId="be0075ead24e3c6f" providerId="LiveId" clId="{2D90740A-3461-4AE0-AD3D-93D8DA485BFC}" dt="2019-12-29T07:20:58.643" v="1359" actId="164"/>
          <ac:spMkLst>
            <pc:docMk/>
            <pc:sldMk cId="0" sldId="393"/>
            <ac:spMk id="8" creationId="{80474827-8903-4B31-98B6-714FE93988CE}"/>
          </ac:spMkLst>
        </pc:spChg>
        <pc:spChg chg="add mod">
          <ac:chgData name="Richard Levine" userId="be0075ead24e3c6f" providerId="LiveId" clId="{2D90740A-3461-4AE0-AD3D-93D8DA485BFC}" dt="2019-12-29T07:20:58.643" v="1359" actId="164"/>
          <ac:spMkLst>
            <pc:docMk/>
            <pc:sldMk cId="0" sldId="393"/>
            <ac:spMk id="9" creationId="{0110121D-C322-4AB9-A89F-83B4B7B958F4}"/>
          </ac:spMkLst>
        </pc:spChg>
        <pc:spChg chg="mod">
          <ac:chgData name="Richard Levine" userId="be0075ead24e3c6f" providerId="LiveId" clId="{2D90740A-3461-4AE0-AD3D-93D8DA485BFC}" dt="2019-12-29T07:26:43.232" v="1400" actId="255"/>
          <ac:spMkLst>
            <pc:docMk/>
            <pc:sldMk cId="0" sldId="393"/>
            <ac:spMk id="103427" creationId="{00000000-0000-0000-0000-000000000000}"/>
          </ac:spMkLst>
        </pc:spChg>
        <pc:spChg chg="add del mod">
          <ac:chgData name="Richard Levine" userId="be0075ead24e3c6f" providerId="LiveId" clId="{2D90740A-3461-4AE0-AD3D-93D8DA485BFC}" dt="2019-12-29T07:07:47.729" v="1284" actId="33423"/>
          <ac:spMkLst>
            <pc:docMk/>
            <pc:sldMk cId="0" sldId="393"/>
            <ac:spMk id="103428" creationId="{00000000-0000-0000-0000-000000000000}"/>
          </ac:spMkLst>
        </pc:spChg>
        <pc:spChg chg="mod">
          <ac:chgData name="Richard Levine" userId="be0075ead24e3c6f" providerId="LiveId" clId="{2D90740A-3461-4AE0-AD3D-93D8DA485BFC}" dt="2019-12-29T07:20:58.643" v="1359" actId="164"/>
          <ac:spMkLst>
            <pc:docMk/>
            <pc:sldMk cId="0" sldId="393"/>
            <ac:spMk id="103429" creationId="{00000000-0000-0000-0000-000000000000}"/>
          </ac:spMkLst>
        </pc:spChg>
        <pc:spChg chg="mod">
          <ac:chgData name="Richard Levine" userId="be0075ead24e3c6f" providerId="LiveId" clId="{2D90740A-3461-4AE0-AD3D-93D8DA485BFC}" dt="2019-12-29T07:20:58.643" v="1359" actId="164"/>
          <ac:spMkLst>
            <pc:docMk/>
            <pc:sldMk cId="0" sldId="393"/>
            <ac:spMk id="103430" creationId="{00000000-0000-0000-0000-000000000000}"/>
          </ac:spMkLst>
        </pc:spChg>
        <pc:grpChg chg="add mod">
          <ac:chgData name="Richard Levine" userId="be0075ead24e3c6f" providerId="LiveId" clId="{2D90740A-3461-4AE0-AD3D-93D8DA485BFC}" dt="2019-12-29T07:20:16.159" v="1354" actId="164"/>
          <ac:grpSpMkLst>
            <pc:docMk/>
            <pc:sldMk cId="0" sldId="393"/>
            <ac:grpSpMk id="3" creationId="{93069375-A1B3-4BF5-AF66-C08AF24EFBFE}"/>
          </ac:grpSpMkLst>
        </pc:grpChg>
        <pc:grpChg chg="add mod">
          <ac:chgData name="Richard Levine" userId="be0075ead24e3c6f" providerId="LiveId" clId="{2D90740A-3461-4AE0-AD3D-93D8DA485BFC}" dt="2019-12-29T07:25:14.855" v="1389" actId="1036"/>
          <ac:grpSpMkLst>
            <pc:docMk/>
            <pc:sldMk cId="0" sldId="393"/>
            <ac:grpSpMk id="5" creationId="{5D70EA85-B82D-4C9F-8A92-7ECA1E4F85AB}"/>
          </ac:grpSpMkLst>
        </pc:grpChg>
        <pc:grpChg chg="add mod">
          <ac:chgData name="Richard Levine" userId="be0075ead24e3c6f" providerId="LiveId" clId="{2D90740A-3461-4AE0-AD3D-93D8DA485BFC}" dt="2019-12-29T07:25:14.855" v="1389" actId="1036"/>
          <ac:grpSpMkLst>
            <pc:docMk/>
            <pc:sldMk cId="0" sldId="393"/>
            <ac:grpSpMk id="7" creationId="{03B1BEC2-AF26-445F-8C44-81FA42D5A305}"/>
          </ac:grpSpMkLst>
        </pc:grpChg>
        <pc:graphicFrameChg chg="add del mod replId">
          <ac:chgData name="Richard Levine" userId="be0075ead24e3c6f" providerId="LiveId" clId="{2D90740A-3461-4AE0-AD3D-93D8DA485BFC}" dt="2019-12-29T07:20:58.643" v="1359" actId="164"/>
          <ac:graphicFrameMkLst>
            <pc:docMk/>
            <pc:sldMk cId="0" sldId="393"/>
            <ac:graphicFrameMk id="103428" creationId="{00000000-0000-0000-0000-000000000000}"/>
          </ac:graphicFrameMkLst>
        </pc:graphicFrameChg>
      </pc:sldChg>
      <pc:sldChg chg="addSp delSp modSp addAnim delAnim">
        <pc:chgData name="Richard Levine" userId="be0075ead24e3c6f" providerId="LiveId" clId="{2D90740A-3461-4AE0-AD3D-93D8DA485BFC}" dt="2019-12-29T05:35:18.038" v="616" actId="20577"/>
        <pc:sldMkLst>
          <pc:docMk/>
          <pc:sldMk cId="0" sldId="422"/>
        </pc:sldMkLst>
        <pc:spChg chg="mod">
          <ac:chgData name="Richard Levine" userId="be0075ead24e3c6f" providerId="LiveId" clId="{2D90740A-3461-4AE0-AD3D-93D8DA485BFC}" dt="2019-12-29T05:17:33.613" v="303" actId="164"/>
          <ac:spMkLst>
            <pc:docMk/>
            <pc:sldMk cId="0" sldId="422"/>
            <ac:spMk id="2" creationId="{00000000-0000-0000-0000-000000000000}"/>
          </ac:spMkLst>
        </pc:spChg>
        <pc:spChg chg="mod">
          <ac:chgData name="Richard Levine" userId="be0075ead24e3c6f" providerId="LiveId" clId="{2D90740A-3461-4AE0-AD3D-93D8DA485BFC}" dt="2019-12-29T05:15:04.082" v="294" actId="14100"/>
          <ac:spMkLst>
            <pc:docMk/>
            <pc:sldMk cId="0" sldId="422"/>
            <ac:spMk id="3" creationId="{00000000-0000-0000-0000-000000000000}"/>
          </ac:spMkLst>
        </pc:spChg>
        <pc:spChg chg="mod">
          <ac:chgData name="Richard Levine" userId="be0075ead24e3c6f" providerId="LiveId" clId="{2D90740A-3461-4AE0-AD3D-93D8DA485BFC}" dt="2019-12-29T05:17:33.613" v="303" actId="164"/>
          <ac:spMkLst>
            <pc:docMk/>
            <pc:sldMk cId="0" sldId="422"/>
            <ac:spMk id="6" creationId="{00000000-0000-0000-0000-000000000000}"/>
          </ac:spMkLst>
        </pc:spChg>
        <pc:spChg chg="mod">
          <ac:chgData name="Richard Levine" userId="be0075ead24e3c6f" providerId="LiveId" clId="{2D90740A-3461-4AE0-AD3D-93D8DA485BFC}" dt="2019-12-29T05:17:33.613" v="303" actId="164"/>
          <ac:spMkLst>
            <pc:docMk/>
            <pc:sldMk cId="0" sldId="422"/>
            <ac:spMk id="7" creationId="{00000000-0000-0000-0000-000000000000}"/>
          </ac:spMkLst>
        </pc:spChg>
        <pc:spChg chg="add del mod">
          <ac:chgData name="Richard Levine" userId="be0075ead24e3c6f" providerId="LiveId" clId="{2D90740A-3461-4AE0-AD3D-93D8DA485BFC}" dt="2019-12-29T05:34:14.143" v="612" actId="478"/>
          <ac:spMkLst>
            <pc:docMk/>
            <pc:sldMk cId="0" sldId="422"/>
            <ac:spMk id="8" creationId="{00000000-0000-0000-0000-000000000000}"/>
          </ac:spMkLst>
        </pc:spChg>
        <pc:spChg chg="add mod">
          <ac:chgData name="Richard Levine" userId="be0075ead24e3c6f" providerId="LiveId" clId="{2D90740A-3461-4AE0-AD3D-93D8DA485BFC}" dt="2019-12-29T05:35:18.038" v="616" actId="20577"/>
          <ac:spMkLst>
            <pc:docMk/>
            <pc:sldMk cId="0" sldId="422"/>
            <ac:spMk id="9" creationId="{D7D1AE07-0A71-442B-ABFA-6A2169CDF492}"/>
          </ac:spMkLst>
        </pc:spChg>
        <pc:grpChg chg="add del mod">
          <ac:chgData name="Richard Levine" userId="be0075ead24e3c6f" providerId="LiveId" clId="{2D90740A-3461-4AE0-AD3D-93D8DA485BFC}" dt="2019-12-29T05:33:24.604" v="610" actId="478"/>
          <ac:grpSpMkLst>
            <pc:docMk/>
            <pc:sldMk cId="0" sldId="422"/>
            <ac:grpSpMk id="5" creationId="{85936C7D-DA0C-4CAF-A0C6-48CE0517243F}"/>
          </ac:grpSpMkLst>
        </pc:grpChg>
        <pc:picChg chg="mod">
          <ac:chgData name="Richard Levine" userId="be0075ead24e3c6f" providerId="LiveId" clId="{2D90740A-3461-4AE0-AD3D-93D8DA485BFC}" dt="2019-12-29T05:17:33.613" v="303" actId="164"/>
          <ac:picMkLst>
            <pc:docMk/>
            <pc:sldMk cId="0" sldId="422"/>
            <ac:picMk id="4" creationId="{00000000-0000-0000-0000-000000000000}"/>
          </ac:picMkLst>
        </pc:picChg>
      </pc:sldChg>
      <pc:sldChg chg="modSp">
        <pc:chgData name="Richard Levine" userId="be0075ead24e3c6f" providerId="LiveId" clId="{2D90740A-3461-4AE0-AD3D-93D8DA485BFC}" dt="2019-12-29T06:34:04.027" v="969" actId="20577"/>
        <pc:sldMkLst>
          <pc:docMk/>
          <pc:sldMk cId="3875209276" sldId="465"/>
        </pc:sldMkLst>
        <pc:spChg chg="mod">
          <ac:chgData name="Richard Levine" userId="be0075ead24e3c6f" providerId="LiveId" clId="{2D90740A-3461-4AE0-AD3D-93D8DA485BFC}" dt="2019-12-29T06:34:04.027" v="969" actId="20577"/>
          <ac:spMkLst>
            <pc:docMk/>
            <pc:sldMk cId="3875209276" sldId="465"/>
            <ac:spMk id="12" creationId="{00000000-0000-0000-0000-000000000000}"/>
          </ac:spMkLst>
        </pc:spChg>
        <pc:spChg chg="mod">
          <ac:chgData name="Richard Levine" userId="be0075ead24e3c6f" providerId="LiveId" clId="{2D90740A-3461-4AE0-AD3D-93D8DA485BFC}" dt="2019-12-29T06:32:46.763" v="963" actId="1076"/>
          <ac:spMkLst>
            <pc:docMk/>
            <pc:sldMk cId="3875209276" sldId="465"/>
            <ac:spMk id="70663" creationId="{00000000-0000-0000-0000-000000000000}"/>
          </ac:spMkLst>
        </pc:spChg>
        <pc:spChg chg="mod">
          <ac:chgData name="Richard Levine" userId="be0075ead24e3c6f" providerId="LiveId" clId="{2D90740A-3461-4AE0-AD3D-93D8DA485BFC}" dt="2019-12-29T06:32:46.763" v="963" actId="1076"/>
          <ac:spMkLst>
            <pc:docMk/>
            <pc:sldMk cId="3875209276" sldId="465"/>
            <ac:spMk id="81922" creationId="{00000000-0000-0000-0000-000000000000}"/>
          </ac:spMkLst>
        </pc:spChg>
        <pc:grpChg chg="mod">
          <ac:chgData name="Richard Levine" userId="be0075ead24e3c6f" providerId="LiveId" clId="{2D90740A-3461-4AE0-AD3D-93D8DA485BFC}" dt="2019-12-29T06:32:46.763" v="963" actId="1076"/>
          <ac:grpSpMkLst>
            <pc:docMk/>
            <pc:sldMk cId="3875209276" sldId="465"/>
            <ac:grpSpMk id="2" creationId="{00000000-0000-0000-0000-000000000000}"/>
          </ac:grpSpMkLst>
        </pc:grpChg>
        <pc:grpChg chg="mod">
          <ac:chgData name="Richard Levine" userId="be0075ead24e3c6f" providerId="LiveId" clId="{2D90740A-3461-4AE0-AD3D-93D8DA485BFC}" dt="2019-12-29T06:32:46.763" v="963" actId="1076"/>
          <ac:grpSpMkLst>
            <pc:docMk/>
            <pc:sldMk cId="3875209276" sldId="465"/>
            <ac:grpSpMk id="3" creationId="{00000000-0000-0000-0000-000000000000}"/>
          </ac:grpSpMkLst>
        </pc:grpChg>
      </pc:sldChg>
      <pc:sldChg chg="delSp modSp delAnim">
        <pc:chgData name="Richard Levine" userId="be0075ead24e3c6f" providerId="LiveId" clId="{2D90740A-3461-4AE0-AD3D-93D8DA485BFC}" dt="2019-12-29T04:57:42.116" v="199" actId="1076"/>
        <pc:sldMkLst>
          <pc:docMk/>
          <pc:sldMk cId="3402188493" sldId="471"/>
        </pc:sldMkLst>
        <pc:spChg chg="mod">
          <ac:chgData name="Richard Levine" userId="be0075ead24e3c6f" providerId="LiveId" clId="{2D90740A-3461-4AE0-AD3D-93D8DA485BFC}" dt="2019-12-29T04:57:42.116" v="199" actId="1076"/>
          <ac:spMkLst>
            <pc:docMk/>
            <pc:sldMk cId="3402188493" sldId="471"/>
            <ac:spMk id="2" creationId="{00000000-0000-0000-0000-000000000000}"/>
          </ac:spMkLst>
        </pc:spChg>
        <pc:spChg chg="del">
          <ac:chgData name="Richard Levine" userId="be0075ead24e3c6f" providerId="LiveId" clId="{2D90740A-3461-4AE0-AD3D-93D8DA485BFC}" dt="2019-12-28T17:52:05.447" v="1" actId="478"/>
          <ac:spMkLst>
            <pc:docMk/>
            <pc:sldMk cId="3402188493" sldId="471"/>
            <ac:spMk id="3" creationId="{00000000-0000-0000-0000-000000000000}"/>
          </ac:spMkLst>
        </pc:spChg>
        <pc:spChg chg="del">
          <ac:chgData name="Richard Levine" userId="be0075ead24e3c6f" providerId="LiveId" clId="{2D90740A-3461-4AE0-AD3D-93D8DA485BFC}" dt="2019-12-28T17:52:09.103" v="2" actId="478"/>
          <ac:spMkLst>
            <pc:docMk/>
            <pc:sldMk cId="3402188493" sldId="471"/>
            <ac:spMk id="6" creationId="{00000000-0000-0000-0000-000000000000}"/>
          </ac:spMkLst>
        </pc:spChg>
      </pc:sldChg>
      <pc:sldChg chg="addSp delSp modSp addCm modCm">
        <pc:chgData name="Richard Levine" userId="be0075ead24e3c6f" providerId="LiveId" clId="{2D90740A-3461-4AE0-AD3D-93D8DA485BFC}" dt="2019-12-30T05:13:55.438" v="2030"/>
        <pc:sldMkLst>
          <pc:docMk/>
          <pc:sldMk cId="195647361" sldId="472"/>
        </pc:sldMkLst>
        <pc:spChg chg="mod">
          <ac:chgData name="Richard Levine" userId="be0075ead24e3c6f" providerId="LiveId" clId="{2D90740A-3461-4AE0-AD3D-93D8DA485BFC}" dt="2019-12-29T09:15:51.343" v="2022" actId="20577"/>
          <ac:spMkLst>
            <pc:docMk/>
            <pc:sldMk cId="195647361" sldId="472"/>
            <ac:spMk id="3" creationId="{00000000-0000-0000-0000-000000000000}"/>
          </ac:spMkLst>
        </pc:spChg>
        <pc:spChg chg="add mod">
          <ac:chgData name="Richard Levine" userId="be0075ead24e3c6f" providerId="LiveId" clId="{2D90740A-3461-4AE0-AD3D-93D8DA485BFC}" dt="2019-12-30T05:12:30.598" v="2029" actId="20577"/>
          <ac:spMkLst>
            <pc:docMk/>
            <pc:sldMk cId="195647361" sldId="472"/>
            <ac:spMk id="5" creationId="{00000000-0000-0000-0000-000000000000}"/>
          </ac:spMkLst>
        </pc:spChg>
        <pc:graphicFrameChg chg="del mod">
          <ac:chgData name="Richard Levine" userId="be0075ead24e3c6f" providerId="LiveId" clId="{2D90740A-3461-4AE0-AD3D-93D8DA485BFC}" dt="2019-12-29T08:49:10.492" v="1845" actId="478"/>
          <ac:graphicFrameMkLst>
            <pc:docMk/>
            <pc:sldMk cId="195647361" sldId="472"/>
            <ac:graphicFrameMk id="4" creationId="{00000000-0000-0000-0000-000000000000}"/>
          </ac:graphicFrameMkLst>
        </pc:graphicFrameChg>
        <pc:graphicFrameChg chg="del mod replId">
          <ac:chgData name="Richard Levine" userId="be0075ead24e3c6f" providerId="LiveId" clId="{2D90740A-3461-4AE0-AD3D-93D8DA485BFC}" dt="2019-12-29T08:44:36.089" v="1819"/>
          <ac:graphicFrameMkLst>
            <pc:docMk/>
            <pc:sldMk cId="195647361" sldId="472"/>
            <ac:graphicFrameMk id="6" creationId="{00000000-0000-0000-0000-000000000000}"/>
          </ac:graphicFrameMkLst>
        </pc:graphicFrameChg>
      </pc:sldChg>
      <pc:sldChg chg="delSp modSp modAnim">
        <pc:chgData name="Richard Levine" userId="be0075ead24e3c6f" providerId="LiveId" clId="{2D90740A-3461-4AE0-AD3D-93D8DA485BFC}" dt="2019-12-29T04:58:31.597" v="200" actId="478"/>
        <pc:sldMkLst>
          <pc:docMk/>
          <pc:sldMk cId="1485183824" sldId="537"/>
        </pc:sldMkLst>
        <pc:spChg chg="del">
          <ac:chgData name="Richard Levine" userId="be0075ead24e3c6f" providerId="LiveId" clId="{2D90740A-3461-4AE0-AD3D-93D8DA485BFC}" dt="2019-12-29T04:58:31.597" v="200" actId="478"/>
          <ac:spMkLst>
            <pc:docMk/>
            <pc:sldMk cId="1485183824" sldId="537"/>
            <ac:spMk id="8201" creationId="{00000000-0000-0000-0000-000000000000}"/>
          </ac:spMkLst>
        </pc:spChg>
        <pc:spChg chg="mod">
          <ac:chgData name="Richard Levine" userId="be0075ead24e3c6f" providerId="LiveId" clId="{2D90740A-3461-4AE0-AD3D-93D8DA485BFC}" dt="2019-12-29T04:52:25.248" v="180" actId="20577"/>
          <ac:spMkLst>
            <pc:docMk/>
            <pc:sldMk cId="1485183824" sldId="537"/>
            <ac:spMk id="21507" creationId="{00000000-0000-0000-0000-000000000000}"/>
          </ac:spMkLst>
        </pc:spChg>
      </pc:sldChg>
      <pc:sldChg chg="delSp add del delAnim">
        <pc:chgData name="Richard Levine" userId="be0075ead24e3c6f" providerId="LiveId" clId="{2D90740A-3461-4AE0-AD3D-93D8DA485BFC}" dt="2019-12-29T04:59:45.571" v="204" actId="2696"/>
        <pc:sldMkLst>
          <pc:docMk/>
          <pc:sldMk cId="3052445882" sldId="538"/>
        </pc:sldMkLst>
        <pc:spChg chg="del">
          <ac:chgData name="Richard Levine" userId="be0075ead24e3c6f" providerId="LiveId" clId="{2D90740A-3461-4AE0-AD3D-93D8DA485BFC}" dt="2019-12-29T04:59:07.644" v="202" actId="478"/>
          <ac:spMkLst>
            <pc:docMk/>
            <pc:sldMk cId="3052445882" sldId="538"/>
            <ac:spMk id="3" creationId="{00000000-0000-0000-0000-000000000000}"/>
          </ac:spMkLst>
        </pc:spChg>
        <pc:spChg chg="del">
          <ac:chgData name="Richard Levine" userId="be0075ead24e3c6f" providerId="LiveId" clId="{2D90740A-3461-4AE0-AD3D-93D8DA485BFC}" dt="2019-12-29T04:59:13.298" v="203" actId="478"/>
          <ac:spMkLst>
            <pc:docMk/>
            <pc:sldMk cId="3052445882" sldId="538"/>
            <ac:spMk id="6" creationId="{00000000-0000-0000-0000-000000000000}"/>
          </ac:spMkLst>
        </pc:spChg>
      </pc:sldChg>
      <pc:sldChg chg="add del">
        <pc:chgData name="Richard Levine" userId="be0075ead24e3c6f" providerId="LiveId" clId="{2D90740A-3461-4AE0-AD3D-93D8DA485BFC}" dt="2019-12-29T05:12:34.783" v="286" actId="2696"/>
        <pc:sldMkLst>
          <pc:docMk/>
          <pc:sldMk cId="703268584" sldId="539"/>
        </pc:sldMkLst>
      </pc:sldChg>
      <pc:sldChg chg="addSp modSp add modAnim">
        <pc:chgData name="Richard Levine" userId="be0075ead24e3c6f" providerId="LiveId" clId="{2D90740A-3461-4AE0-AD3D-93D8DA485BFC}" dt="2019-12-29T05:12:46.852" v="287" actId="1076"/>
        <pc:sldMkLst>
          <pc:docMk/>
          <pc:sldMk cId="2376084052" sldId="540"/>
        </pc:sldMkLst>
        <pc:spChg chg="add mod">
          <ac:chgData name="Richard Levine" userId="be0075ead24e3c6f" providerId="LiveId" clId="{2D90740A-3461-4AE0-AD3D-93D8DA485BFC}" dt="2019-12-29T05:12:46.852" v="287" actId="1076"/>
          <ac:spMkLst>
            <pc:docMk/>
            <pc:sldMk cId="2376084052" sldId="540"/>
            <ac:spMk id="5" creationId="{DADA2074-9C0C-4AD2-A613-9C46310B3166}"/>
          </ac:spMkLst>
        </pc:spChg>
      </pc:sldChg>
      <pc:sldChg chg="add del">
        <pc:chgData name="Richard Levine" userId="be0075ead24e3c6f" providerId="LiveId" clId="{2D90740A-3461-4AE0-AD3D-93D8DA485BFC}" dt="2019-12-29T05:44:15.504" v="672" actId="2696"/>
        <pc:sldMkLst>
          <pc:docMk/>
          <pc:sldMk cId="136061710" sldId="541"/>
        </pc:sldMkLst>
      </pc:sldChg>
      <pc:sldChg chg="add del">
        <pc:chgData name="Richard Levine" userId="be0075ead24e3c6f" providerId="LiveId" clId="{2D90740A-3461-4AE0-AD3D-93D8DA485BFC}" dt="2019-12-29T05:43:57.011" v="669" actId="2696"/>
        <pc:sldMkLst>
          <pc:docMk/>
          <pc:sldMk cId="2813469662" sldId="542"/>
        </pc:sldMkLst>
      </pc:sldChg>
      <pc:sldChg chg="addSp modSp add modAnim">
        <pc:chgData name="Richard Levine" userId="be0075ead24e3c6f" providerId="LiveId" clId="{2D90740A-3461-4AE0-AD3D-93D8DA485BFC}" dt="2019-12-29T05:44:01.297" v="671" actId="692"/>
        <pc:sldMkLst>
          <pc:docMk/>
          <pc:sldMk cId="1054967119" sldId="543"/>
        </pc:sldMkLst>
        <pc:spChg chg="add mod">
          <ac:chgData name="Richard Levine" userId="be0075ead24e3c6f" providerId="LiveId" clId="{2D90740A-3461-4AE0-AD3D-93D8DA485BFC}" dt="2019-12-29T05:44:01.297" v="671" actId="692"/>
          <ac:spMkLst>
            <pc:docMk/>
            <pc:sldMk cId="1054967119" sldId="543"/>
            <ac:spMk id="4" creationId="{6744E619-C097-482D-B841-AD1799345367}"/>
          </ac:spMkLst>
        </pc:spChg>
        <pc:spChg chg="mod">
          <ac:chgData name="Richard Levine" userId="be0075ead24e3c6f" providerId="LiveId" clId="{2D90740A-3461-4AE0-AD3D-93D8DA485BFC}" dt="2019-12-29T05:35:00.032" v="615" actId="20577"/>
          <ac:spMkLst>
            <pc:docMk/>
            <pc:sldMk cId="1054967119" sldId="543"/>
            <ac:spMk id="9" creationId="{D7D1AE07-0A71-442B-ABFA-6A2169CDF492}"/>
          </ac:spMkLst>
        </pc:spChg>
      </pc:sldChg>
      <pc:sldChg chg="add del">
        <pc:chgData name="Richard Levine" userId="be0075ead24e3c6f" providerId="LiveId" clId="{2D90740A-3461-4AE0-AD3D-93D8DA485BFC}" dt="2019-12-29T06:18:23.662" v="934" actId="2696"/>
        <pc:sldMkLst>
          <pc:docMk/>
          <pc:sldMk cId="3090118198" sldId="544"/>
        </pc:sldMkLst>
      </pc:sldChg>
      <pc:sldChg chg="addSp modSp add modAnim">
        <pc:chgData name="Richard Levine" userId="be0075ead24e3c6f" providerId="LiveId" clId="{2D90740A-3461-4AE0-AD3D-93D8DA485BFC}" dt="2019-12-29T06:17:35.891" v="933" actId="692"/>
        <pc:sldMkLst>
          <pc:docMk/>
          <pc:sldMk cId="1645755397" sldId="545"/>
        </pc:sldMkLst>
        <pc:spChg chg="add mod">
          <ac:chgData name="Richard Levine" userId="be0075ead24e3c6f" providerId="LiveId" clId="{2D90740A-3461-4AE0-AD3D-93D8DA485BFC}" dt="2019-12-29T06:17:35.891" v="933" actId="692"/>
          <ac:spMkLst>
            <pc:docMk/>
            <pc:sldMk cId="1645755397" sldId="545"/>
            <ac:spMk id="40" creationId="{818AEAE7-292A-40CE-83C6-1AC994BE9BB1}"/>
          </ac:spMkLst>
        </pc:spChg>
        <pc:spChg chg="mod">
          <ac:chgData name="Richard Levine" userId="be0075ead24e3c6f" providerId="LiveId" clId="{2D90740A-3461-4AE0-AD3D-93D8DA485BFC}" dt="2019-12-29T06:14:44.086" v="892"/>
          <ac:spMkLst>
            <pc:docMk/>
            <pc:sldMk cId="1645755397" sldId="545"/>
            <ac:spMk id="99331" creationId="{00000000-0000-0000-0000-000000000000}"/>
          </ac:spMkLst>
        </pc:spChg>
      </pc:sldChg>
      <pc:sldChg chg="modSp add del">
        <pc:chgData name="Richard Levine" userId="be0075ead24e3c6f" providerId="LiveId" clId="{2D90740A-3461-4AE0-AD3D-93D8DA485BFC}" dt="2019-12-29T09:17:38.224" v="2028" actId="2696"/>
        <pc:sldMkLst>
          <pc:docMk/>
          <pc:sldMk cId="4062345541" sldId="546"/>
        </pc:sldMkLst>
        <pc:spChg chg="mod">
          <ac:chgData name="Richard Levine" userId="be0075ead24e3c6f" providerId="LiveId" clId="{2D90740A-3461-4AE0-AD3D-93D8DA485BFC}" dt="2019-12-29T09:00:52.684" v="1920" actId="20577"/>
          <ac:spMkLst>
            <pc:docMk/>
            <pc:sldMk cId="4062345541" sldId="546"/>
            <ac:spMk id="3" creationId="{00000000-0000-0000-0000-000000000000}"/>
          </ac:spMkLst>
        </pc:spChg>
      </pc:sldChg>
    </pc:docChg>
  </pc:docChgLst>
  <pc:docChgLst>
    <pc:chgData name="Richard Levine" userId="be0075ead24e3c6f" providerId="LiveId" clId="{A92A1BDD-3C1C-425F-8522-2C62AB7A8901}"/>
    <pc:docChg chg="delSld modSld">
      <pc:chgData name="Richard Levine" userId="be0075ead24e3c6f" providerId="LiveId" clId="{A92A1BDD-3C1C-425F-8522-2C62AB7A8901}" dt="2019-12-28T05:53:36.494" v="204" actId="47"/>
      <pc:docMkLst>
        <pc:docMk/>
      </pc:docMkLst>
      <pc:sldChg chg="del">
        <pc:chgData name="Richard Levine" userId="be0075ead24e3c6f" providerId="LiveId" clId="{A92A1BDD-3C1C-425F-8522-2C62AB7A8901}" dt="2019-12-28T05:53:36.494" v="204" actId="47"/>
        <pc:sldMkLst>
          <pc:docMk/>
          <pc:sldMk cId="0" sldId="421"/>
        </pc:sldMkLst>
      </pc:sldChg>
      <pc:sldChg chg="modSp modAnim">
        <pc:chgData name="Richard Levine" userId="be0075ead24e3c6f" providerId="LiveId" clId="{A92A1BDD-3C1C-425F-8522-2C62AB7A8901}" dt="2019-12-28T05:46:21.648" v="203" actId="20577"/>
        <pc:sldMkLst>
          <pc:docMk/>
          <pc:sldMk cId="1485183824" sldId="537"/>
        </pc:sldMkLst>
        <pc:spChg chg="mod">
          <ac:chgData name="Richard Levine" userId="be0075ead24e3c6f" providerId="LiveId" clId="{A92A1BDD-3C1C-425F-8522-2C62AB7A8901}" dt="2019-12-28T05:18:15.912" v="6" actId="1035"/>
          <ac:spMkLst>
            <pc:docMk/>
            <pc:sldMk cId="1485183824" sldId="537"/>
            <ac:spMk id="2" creationId="{00000000-0000-0000-0000-000000000000}"/>
          </ac:spMkLst>
        </pc:spChg>
        <pc:spChg chg="mod">
          <ac:chgData name="Richard Levine" userId="be0075ead24e3c6f" providerId="LiveId" clId="{A92A1BDD-3C1C-425F-8522-2C62AB7A8901}" dt="2019-12-28T05:45:28.260" v="199" actId="1076"/>
          <ac:spMkLst>
            <pc:docMk/>
            <pc:sldMk cId="1485183824" sldId="537"/>
            <ac:spMk id="8201" creationId="{00000000-0000-0000-0000-000000000000}"/>
          </ac:spMkLst>
        </pc:spChg>
        <pc:spChg chg="mod">
          <ac:chgData name="Richard Levine" userId="be0075ead24e3c6f" providerId="LiveId" clId="{A92A1BDD-3C1C-425F-8522-2C62AB7A8901}" dt="2019-12-28T05:46:21.648" v="203" actId="20577"/>
          <ac:spMkLst>
            <pc:docMk/>
            <pc:sldMk cId="1485183824" sldId="537"/>
            <ac:spMk id="21507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447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3/10/2020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1015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038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An outlier is an observation that is unusually small or large.</a:t>
            </a:r>
          </a:p>
          <a:p>
            <a:endParaRPr lang="en-US" altLang="en-US"/>
          </a:p>
          <a:p>
            <a:r>
              <a:rPr lang="en-US" altLang="en-US"/>
              <a:t>Often a regression line will differ greatly depending upon what subsets of the data are included. </a:t>
            </a:r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47BAB451-71AF-4EF1-ACB0-11B8393538E1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6340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ED90CFA5-5947-43CB-8626-2AA984184A15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9852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ED90CFA5-5947-43CB-8626-2AA984184A15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2942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143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5330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07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49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794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056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70038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53491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73850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27514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99836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96666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22488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19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3" r:id="rId3"/>
    <p:sldLayoutId id="2147484044" r:id="rId4"/>
    <p:sldLayoutId id="2147484045" r:id="rId5"/>
    <p:sldLayoutId id="2147484046" r:id="rId6"/>
    <p:sldLayoutId id="2147484047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2131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731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  <p:sldLayoutId id="2147484052" r:id="rId3"/>
    <p:sldLayoutId id="2147484053" r:id="rId4"/>
    <p:sldLayoutId id="2147484054" r:id="rId5"/>
    <p:sldLayoutId id="2147484055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15.png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4.wmf"/><Relationship Id="rId10" Type="http://schemas.openxmlformats.org/officeDocument/2006/relationships/image" Target="../media/image130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9" name="Text Placeholder 5"/>
          <p:cNvSpPr>
            <a:spLocks noGrp="1"/>
          </p:cNvSpPr>
          <p:nvPr/>
        </p:nvSpPr>
        <p:spPr>
          <a:xfrm>
            <a:off x="152681" y="3988340"/>
            <a:ext cx="7883044" cy="100427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Assumptions and Diagnostics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34AEABA-C275-446A-BBE9-1807ABA86CB8}"/>
              </a:ext>
            </a:extLst>
          </p:cNvPr>
          <p:cNvSpPr>
            <a:spLocks noGrp="1"/>
          </p:cNvSpPr>
          <p:nvPr/>
        </p:nvSpPr>
        <p:spPr>
          <a:xfrm>
            <a:off x="116439" y="252669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AB406A4-8059-47B7-9A57-6535C7813A24}"/>
              </a:ext>
            </a:extLst>
          </p:cNvPr>
          <p:cNvSpPr>
            <a:spLocks noGrp="1"/>
          </p:cNvSpPr>
          <p:nvPr/>
        </p:nvSpPr>
        <p:spPr>
          <a:xfrm>
            <a:off x="126875" y="750040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93208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25110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57380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507" name="Text Box 3"/>
              <p:cNvSpPr txBox="1">
                <a:spLocks noChangeArrowheads="1"/>
              </p:cNvSpPr>
              <p:nvPr/>
            </p:nvSpPr>
            <p:spPr bwMode="auto">
              <a:xfrm>
                <a:off x="137925" y="1006672"/>
                <a:ext cx="8542142" cy="3767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eaLnBrk="1" hangingPunct="1"/>
                <a:endParaRPr lang="en-US" altLang="en-US" sz="10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eaLnBrk="1" hangingPunct="1"/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Model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eaLnBrk="1" hangingPunct="1"/>
                <a:endParaRPr lang="en-US" sz="1000" dirty="0">
                  <a:latin typeface="Helvetica Neue"/>
                </a:endParaRP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Assumptions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 </a:t>
                </a:r>
              </a:p>
              <a:p>
                <a:pPr marL="396875" indent="-396875" eaLnBrk="1" hangingPunct="1"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Linearity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/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Mean Zero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The relationship between the response variable and each predicting variable is linear. (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…,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and</a:t>
                </a:r>
                <a:r>
                  <a:rPr lang="en-US" altLang="en-US" dirty="0">
                    <a:latin typeface="Helvetica Neue"/>
                    <a:ea typeface="KishoreFont Medium" charset="0"/>
                    <a:cs typeface="KishoreFont Medium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 Neue"/>
                    <a:ea typeface="KishoreFont Medium" charset="0"/>
                    <a:cs typeface="KishoreFont Medium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are linearly related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…,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.)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0</a:t>
                </a:r>
              </a:p>
              <a:p>
                <a:pPr marL="396875" indent="-396875" eaLnBrk="1" hangingPunct="1"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Constant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Variance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:r>
                  <a:rPr lang="el-GR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σ</a:t>
                </a:r>
                <a:r>
                  <a:rPr lang="en-US" altLang="en-US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 </a:t>
                </a:r>
              </a:p>
              <a:p>
                <a:pPr marL="396875" indent="-396875" eaLnBrk="1" hangingPunct="1"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Independence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}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independent random variables</a:t>
                </a:r>
              </a:p>
              <a:p>
                <a:pPr marL="396875" indent="-396875" eaLnBrk="1" hangingPunct="1"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~ </a:t>
                </a:r>
                <a:r>
                  <a:rPr lang="en-US" altLang="en-US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Normal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confidence/prediction intervals, hypothesis testing</a:t>
                </a:r>
                <a:endParaRPr lang="en-US" altLang="en-US" b="1" i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2150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925" y="1006672"/>
                <a:ext cx="8542142" cy="3767955"/>
              </a:xfrm>
              <a:prstGeom prst="rect">
                <a:avLst/>
              </a:prstGeom>
              <a:blipFill>
                <a:blip r:embed="rId3"/>
                <a:stretch>
                  <a:fillRect l="-642" t="-324" b="-178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75" y="255850"/>
            <a:ext cx="8562392" cy="696872"/>
          </a:xfrm>
        </p:spPr>
        <p:txBody>
          <a:bodyPr/>
          <a:lstStyle/>
          <a:p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Multiple Linear Regression: Model</a:t>
            </a:r>
            <a:endParaRPr lang="en-US"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183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29251" y="1013025"/>
                <a:ext cx="5357150" cy="3479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Properties of (true) errors:</a:t>
                </a: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0</a:t>
                </a: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:r>
                  <a:rPr lang="en-US" alt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Var(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</m:oMath>
                </a14:m>
                <a:endParaRPr lang="en-US" altLang="en-US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Properties of the (estimated) residuals:</a:t>
                </a: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l-G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E</m:t>
                    </m:r>
                    <m:d>
                      <m:d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l-G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𝜺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(or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0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:r>
                  <a:rPr lang="en-US" alt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l-G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</m:acc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(or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146175" lvl="2" indent="-347663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the hat matrix,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the </a:t>
                </a:r>
                <a:r>
                  <a:rPr lang="en-US" sz="1600" i="1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</a:t>
                </a:r>
                <a:r>
                  <a:rPr lang="en-US" sz="1600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-th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element on its diagonal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51" y="1013025"/>
                <a:ext cx="5357150" cy="3479029"/>
              </a:xfrm>
              <a:prstGeom prst="rect">
                <a:avLst/>
              </a:prstGeom>
              <a:blipFill>
                <a:blip r:embed="rId2"/>
                <a:stretch>
                  <a:fillRect l="-910" t="-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0925" y="251529"/>
            <a:ext cx="8562392" cy="64382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Properties of the Errors &amp; Residuals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40218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DA2074-9C0C-4AD2-A613-9C46310B3166}"/>
                  </a:ext>
                </a:extLst>
              </p:cNvPr>
              <p:cNvSpPr txBox="1"/>
              <p:nvPr/>
            </p:nvSpPr>
            <p:spPr>
              <a:xfrm>
                <a:off x="5486400" y="1269656"/>
                <a:ext cx="3200400" cy="2960169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While the true errors have constant variance, the estimated residuals do not.</a:t>
                </a:r>
              </a:p>
              <a:p>
                <a:endParaRPr lang="en-US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To use the estimated residuals for assessing the model assumptions, we need to standardize: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altLang="en-US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  <m:rad>
                                <m:radPr>
                                  <m:degHide m:val="on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KishoreFont Medium" charset="0"/>
                                      <a:cs typeface="KishoreFont Medium" charset="0"/>
                                    </a:rPr>
                                    <m:t>1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KishoreFont Medium" charset="0"/>
                                      <a:cs typeface="KishoreFont Medium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rad>
                            </m:e>
                          </m:d>
                        </m:den>
                      </m:f>
                    </m:oMath>
                  </m:oMathPara>
                </a14:m>
                <a:endParaRPr lang="en-US" sz="2000" b="1" dirty="0">
                  <a:latin typeface="KishoreFont Medium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DA2074-9C0C-4AD2-A613-9C46310B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1269656"/>
                <a:ext cx="3200400" cy="2960169"/>
              </a:xfrm>
              <a:prstGeom prst="rect">
                <a:avLst/>
              </a:prstGeom>
              <a:blipFill>
                <a:blip r:embed="rId2"/>
                <a:stretch>
                  <a:fillRect l="-947" t="-818" b="-19018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10925" y="251529"/>
            <a:ext cx="8562392" cy="64382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Properties of the Errors &amp; Residuals</a:t>
            </a:r>
            <a:endParaRPr lang="en-US" sz="3600" dirty="0">
              <a:latin typeface="Vitess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29251" y="1013025"/>
                <a:ext cx="5357150" cy="3479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Properties of (true) errors:</a:t>
                </a: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0</a:t>
                </a: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:r>
                  <a:rPr lang="en-US" alt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Var(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</m:oMath>
                </a14:m>
                <a:endParaRPr lang="en-US" altLang="en-US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Properties of the (estimated) residuals:</a:t>
                </a: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l-G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E</m:t>
                    </m:r>
                    <m:d>
                      <m:d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l-G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𝜺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(or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0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798513" lvl="1" indent="-400050">
                  <a:buFont typeface="Arial" panose="020B0604020202020204" pitchFamily="34" charset="0"/>
                  <a:buChar char="•"/>
                </a:pPr>
                <a:r>
                  <a:rPr lang="en-US" alt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l-G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𝜺</m:t>
                        </m:r>
                      </m:e>
                    </m:acc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(or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baseline="30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146175" lvl="2" indent="-347663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the hat matrix,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the </a:t>
                </a:r>
                <a:r>
                  <a:rPr lang="en-US" sz="1600" i="1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</a:t>
                </a:r>
                <a:r>
                  <a:rPr lang="en-US" sz="1600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-th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element on its diagonal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51" y="1013025"/>
                <a:ext cx="5357150" cy="3479029"/>
              </a:xfrm>
              <a:prstGeom prst="rect">
                <a:avLst/>
              </a:prstGeom>
              <a:blipFill>
                <a:blip r:embed="rId3"/>
                <a:stretch>
                  <a:fillRect l="-910" t="-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084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0925" y="251529"/>
            <a:ext cx="8562392" cy="64382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Residuals Analysis</a:t>
            </a:r>
            <a:endParaRPr lang="en-US" sz="3600" dirty="0">
              <a:latin typeface="Vitess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D1AE07-0A71-442B-ABFA-6A2169CDF492}"/>
                  </a:ext>
                </a:extLst>
              </p:cNvPr>
              <p:cNvSpPr txBox="1"/>
              <p:nvPr/>
            </p:nvSpPr>
            <p:spPr>
              <a:xfrm>
                <a:off x="152400" y="1008200"/>
                <a:ext cx="7620000" cy="3169465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Autofit/>
              </a:bodyPr>
              <a:lstStyle/>
              <a:p>
                <a:r>
                  <a:rPr lang="en-US" sz="1600" b="1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Standardized Residual Values:</a:t>
                </a:r>
                <a:r>
                  <a:rPr lang="en-US" sz="16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el-GR" altLang="en-US" sz="16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</m:acc>
                            <m:rad>
                              <m:radPr>
                                <m:degHide m:val="on"/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KishoreFont Medium" charset="0"/>
                                    <a:cs typeface="KishoreFont Medium" charset="0"/>
                                  </a:rPr>
                                  <m:t>1</m:t>
                                </m:r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  <a:ea typeface="KishoreFont Medium" charset="0"/>
                                    <a:cs typeface="KishoreFont Medium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rad>
                          </m:e>
                        </m:d>
                      </m:den>
                    </m:f>
                  </m:oMath>
                </a14:m>
                <a:endParaRPr lang="en-US" sz="1600" b="1" dirty="0">
                  <a:latin typeface="Helvetica Neue"/>
                </a:endParaRPr>
              </a:p>
              <a:p>
                <a:endParaRPr lang="en-US" sz="1600" b="1" dirty="0">
                  <a:latin typeface="Helvetica Neue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Graphical assessment of MLR assumptions</a:t>
                </a:r>
                <a:r>
                  <a:rPr lang="en-US" sz="1600" b="1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7663" indent="-347663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Plot standardized residuals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against each predictor</a:t>
                </a:r>
              </a:p>
              <a:p>
                <a:pPr marL="742950" lvl="1" indent="-395288">
                  <a:buFont typeface="Arial" panose="020B0604020202020204" pitchFamily="34" charset="0"/>
                  <a:buChar char="•"/>
                </a:pPr>
                <a:r>
                  <a:rPr lang="en-US" sz="1400" i="1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Linearity</a:t>
                </a:r>
                <a:endParaRPr lang="en-US" sz="14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7663" indent="-347663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Plot standardized residuals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against fitted values</a:t>
                </a:r>
              </a:p>
              <a:p>
                <a:pPr marL="742950" lvl="1" indent="-395288">
                  <a:buFont typeface="Arial" panose="020B0604020202020204" pitchFamily="34" charset="0"/>
                  <a:buChar char="•"/>
                </a:pPr>
                <a:r>
                  <a:rPr lang="en-US" sz="14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Constant Variance &amp; </a:t>
                </a:r>
                <a:r>
                  <a:rPr lang="en-US" sz="1400" i="1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Independence</a:t>
                </a:r>
                <a:endParaRPr lang="en-US" sz="14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7663" indent="-347663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QQ normal plot &amp; histogram</a:t>
                </a:r>
              </a:p>
              <a:p>
                <a:pPr marL="742950" lvl="1" indent="-395288">
                  <a:buFont typeface="Arial" panose="020B0604020202020204" pitchFamily="34" charset="0"/>
                  <a:buChar char="•"/>
                </a:pPr>
                <a:r>
                  <a:rPr lang="en-US" sz="14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Normality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dirty="0">
                  <a:latin typeface="Helvetica Neue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D1AE07-0A71-442B-ABFA-6A2169CDF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008200"/>
                <a:ext cx="7620000" cy="3169465"/>
              </a:xfrm>
              <a:prstGeom prst="rect">
                <a:avLst/>
              </a:prstGeom>
              <a:blipFill>
                <a:blip r:embed="rId2"/>
                <a:stretch>
                  <a:fillRect l="-400" t="-9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44E619-C097-482D-B841-AD1799345367}"/>
              </a:ext>
            </a:extLst>
          </p:cNvPr>
          <p:cNvSpPr txBox="1"/>
          <p:nvPr/>
        </p:nvSpPr>
        <p:spPr>
          <a:xfrm>
            <a:off x="5492187" y="1266547"/>
            <a:ext cx="3347013" cy="317009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182880" tIns="182880" rIns="182880" bIns="18288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latin typeface="Helvetica Neue" charset="0"/>
                <a:ea typeface="Helvetica Neue" charset="0"/>
                <a:cs typeface="Helvetica Neue" charset="0"/>
              </a:rPr>
              <a:t>We evaluate the normality assumption using the residuals, not the response variable.</a:t>
            </a:r>
          </a:p>
          <a:p>
            <a:pPr marL="214313" indent="-214313">
              <a:buFont typeface="Arial" panose="020B0604020202020204" pitchFamily="34" charset="0"/>
              <a:buChar char="•"/>
              <a:defRPr/>
            </a:pPr>
            <a:endParaRPr lang="en-US" sz="1400" b="1" dirty="0">
              <a:latin typeface="Helvetica Neue" charset="0"/>
              <a:ea typeface="Helvetica Neue" charset="0"/>
              <a:cs typeface="Helvetica Neue" charset="0"/>
            </a:endParaRPr>
          </a:p>
          <a:p>
            <a:pPr marL="214313" indent="-214313"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latin typeface="Helvetica Neue" charset="0"/>
                <a:ea typeface="Helvetica Neue" charset="0"/>
                <a:cs typeface="Helvetica Neue" charset="0"/>
              </a:rPr>
              <a:t>We do not check the predicting variables for normality.</a:t>
            </a:r>
          </a:p>
          <a:p>
            <a:pPr marL="671513" lvl="1" indent="-214313">
              <a:buFont typeface="Arial" panose="020B0604020202020204" pitchFamily="34" charset="0"/>
              <a:buChar char="•"/>
              <a:defRPr/>
            </a:pPr>
            <a:endParaRPr lang="en-US" sz="1400" b="1" dirty="0">
              <a:latin typeface="Helvetica Neue" charset="0"/>
              <a:ea typeface="Helvetica Neue" charset="0"/>
              <a:cs typeface="Helvetica Neue" charset="0"/>
            </a:endParaRPr>
          </a:p>
          <a:p>
            <a:pPr marL="214313" indent="-214313"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latin typeface="Helvetica Neue" charset="0"/>
                <a:ea typeface="Helvetica Neue" charset="0"/>
                <a:cs typeface="Helvetica Neue" charset="0"/>
              </a:rPr>
              <a:t>However, if the distribution of a predicting variable is strongly skewed, it is possible that the linearity assumption with respect to that variable will not hold.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10925" y="251529"/>
            <a:ext cx="8562392" cy="64382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Residuals Analysis</a:t>
            </a:r>
            <a:endParaRPr lang="en-US" sz="3600" dirty="0">
              <a:latin typeface="Vitess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D1AE07-0A71-442B-ABFA-6A2169CDF492}"/>
                  </a:ext>
                </a:extLst>
              </p:cNvPr>
              <p:cNvSpPr txBox="1"/>
              <p:nvPr/>
            </p:nvSpPr>
            <p:spPr>
              <a:xfrm>
                <a:off x="152400" y="1008200"/>
                <a:ext cx="7620000" cy="3169465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Autofit/>
              </a:bodyPr>
              <a:lstStyle/>
              <a:p>
                <a:r>
                  <a:rPr lang="en-US" sz="1600" b="1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Standardized Residual Values:</a:t>
                </a:r>
                <a:r>
                  <a:rPr lang="en-US" sz="16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el-GR" altLang="en-US" sz="16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</m:acc>
                            <m:rad>
                              <m:radPr>
                                <m:degHide m:val="on"/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KishoreFont Medium" charset="0"/>
                                    <a:cs typeface="KishoreFont Medium" charset="0"/>
                                  </a:rPr>
                                  <m:t>1</m:t>
                                </m:r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  <a:ea typeface="KishoreFont Medium" charset="0"/>
                                    <a:cs typeface="KishoreFont Medium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rad>
                          </m:e>
                        </m:d>
                      </m:den>
                    </m:f>
                  </m:oMath>
                </a14:m>
                <a:endParaRPr lang="en-US" sz="1600" b="1" dirty="0">
                  <a:latin typeface="Helvetica Neue"/>
                </a:endParaRPr>
              </a:p>
              <a:p>
                <a:endParaRPr lang="en-US" sz="1600" b="1" dirty="0">
                  <a:latin typeface="Helvetica Neue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Graphical assessment of MLR assumptions</a:t>
                </a:r>
                <a:r>
                  <a:rPr lang="en-US" sz="1600" b="1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7663" indent="-347663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Plot standardized residuals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against each predictor</a:t>
                </a:r>
              </a:p>
              <a:p>
                <a:pPr marL="742950" lvl="1" indent="-395288">
                  <a:buFont typeface="Arial" panose="020B0604020202020204" pitchFamily="34" charset="0"/>
                  <a:buChar char="•"/>
                </a:pPr>
                <a:r>
                  <a:rPr lang="en-US" sz="1400" i="1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Linearity</a:t>
                </a:r>
                <a:endParaRPr lang="en-US" sz="14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7663" indent="-347663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Plot standardized residuals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against fitted values</a:t>
                </a:r>
              </a:p>
              <a:p>
                <a:pPr marL="742950" lvl="1" indent="-395288">
                  <a:buFont typeface="Arial" panose="020B0604020202020204" pitchFamily="34" charset="0"/>
                  <a:buChar char="•"/>
                </a:pPr>
                <a:r>
                  <a:rPr lang="en-US" sz="14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Constant Variance &amp; </a:t>
                </a:r>
                <a:r>
                  <a:rPr lang="en-US" sz="1400" i="1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Independence</a:t>
                </a:r>
                <a:endParaRPr lang="en-US" sz="14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7663" indent="-347663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QQ normal plot &amp; histogram</a:t>
                </a:r>
              </a:p>
              <a:p>
                <a:pPr marL="742950" lvl="1" indent="-395288">
                  <a:buFont typeface="Arial" panose="020B0604020202020204" pitchFamily="34" charset="0"/>
                  <a:buChar char="•"/>
                </a:pPr>
                <a:r>
                  <a:rPr lang="en-US" sz="14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Normality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dirty="0">
                  <a:latin typeface="Helvetica Neue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D1AE07-0A71-442B-ABFA-6A2169CDF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008200"/>
                <a:ext cx="7620000" cy="3169465"/>
              </a:xfrm>
              <a:prstGeom prst="rect">
                <a:avLst/>
              </a:prstGeom>
              <a:blipFill>
                <a:blip r:embed="rId2"/>
                <a:stretch>
                  <a:fillRect l="-400" t="-9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96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33400" y="1456135"/>
            <a:ext cx="4572000" cy="3401615"/>
            <a:chOff x="533400" y="1123950"/>
            <a:chExt cx="4572000" cy="3401615"/>
          </a:xfrm>
        </p:grpSpPr>
        <p:graphicFrame>
          <p:nvGraphicFramePr>
            <p:cNvPr id="9728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1622202"/>
                </p:ext>
              </p:extLst>
            </p:nvPr>
          </p:nvGraphicFramePr>
          <p:xfrm>
            <a:off x="533400" y="1123950"/>
            <a:ext cx="4572000" cy="3137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" name="Mtb Graph" r:id="rId3" imgW="5086662" imgH="3382780" progId="MinitabGraph.Document">
                    <p:embed/>
                  </p:oleObj>
                </mc:Choice>
                <mc:Fallback>
                  <p:oleObj name="Mtb Graph" r:id="rId3" imgW="5086662" imgH="3382780" progId="MinitabGraph.Document">
                    <p:embed/>
                    <p:pic>
                      <p:nvPicPr>
                        <p:cNvPr id="9728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400" y="1123950"/>
                          <a:ext cx="4572000" cy="3137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65" name="AutoShape 5"/>
            <p:cNvSpPr>
              <a:spLocks noChangeArrowheads="1"/>
            </p:cNvSpPr>
            <p:nvPr/>
          </p:nvSpPr>
          <p:spPr bwMode="auto">
            <a:xfrm>
              <a:off x="1390650" y="2296715"/>
              <a:ext cx="2571750" cy="2228850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92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532" y="10968"/>
                  </a:moveTo>
                  <a:cubicBezTo>
                    <a:pt x="1531" y="10912"/>
                    <a:pt x="1531" y="10856"/>
                    <a:pt x="1531" y="10800"/>
                  </a:cubicBezTo>
                  <a:cubicBezTo>
                    <a:pt x="1531" y="5680"/>
                    <a:pt x="5680" y="1531"/>
                    <a:pt x="10800" y="1531"/>
                  </a:cubicBezTo>
                  <a:cubicBezTo>
                    <a:pt x="15919" y="1531"/>
                    <a:pt x="20069" y="5680"/>
                    <a:pt x="20069" y="10800"/>
                  </a:cubicBezTo>
                  <a:cubicBezTo>
                    <a:pt x="20069" y="10856"/>
                    <a:pt x="20068" y="10912"/>
                    <a:pt x="20067" y="10968"/>
                  </a:cubicBezTo>
                  <a:lnTo>
                    <a:pt x="21598" y="10996"/>
                  </a:lnTo>
                  <a:cubicBezTo>
                    <a:pt x="21599" y="10931"/>
                    <a:pt x="21600" y="108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0865"/>
                    <a:pt x="0" y="10931"/>
                    <a:pt x="1" y="10996"/>
                  </a:cubicBezTo>
                  <a:lnTo>
                    <a:pt x="1532" y="10968"/>
                  </a:lnTo>
                  <a:close/>
                </a:path>
              </a:pathLst>
            </a:cu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152400" y="1475143"/>
            <a:ext cx="66960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Linearity: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 the residuals against each predicting variable. </a:t>
            </a:r>
          </a:p>
        </p:txBody>
      </p:sp>
      <p:sp>
        <p:nvSpPr>
          <p:cNvPr id="97286" name="Text Box 4"/>
          <p:cNvSpPr txBox="1">
            <a:spLocks noChangeArrowheads="1"/>
          </p:cNvSpPr>
          <p:nvPr/>
        </p:nvSpPr>
        <p:spPr bwMode="auto">
          <a:xfrm>
            <a:off x="5398625" y="2313761"/>
            <a:ext cx="281939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This shows that there may be a non-linear relationship between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and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6" y="250615"/>
            <a:ext cx="8562392" cy="720936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Residual Analysis: Linearity Assumption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692634"/>
              </p:ext>
            </p:extLst>
          </p:nvPr>
        </p:nvGraphicFramePr>
        <p:xfrm>
          <a:off x="617800" y="1602582"/>
          <a:ext cx="3771900" cy="258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Mtb Graph" r:id="rId3" imgW="5086662" imgH="3382780" progId="MinitabGraph.Document">
                  <p:embed/>
                </p:oleObj>
              </mc:Choice>
              <mc:Fallback>
                <p:oleObj name="Mtb Graph" r:id="rId3" imgW="5086662" imgH="3382780" progId="MinitabGraph.Document">
                  <p:embed/>
                  <p:pic>
                    <p:nvPicPr>
                      <p:cNvPr id="983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00" y="1602582"/>
                        <a:ext cx="3771900" cy="2588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5410200" y="2299495"/>
            <a:ext cx="304561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residuals show larger variance as the predicting variable increases. 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447800" y="3943350"/>
            <a:ext cx="5817394" cy="732234"/>
            <a:chOff x="1008" y="3456"/>
            <a:chExt cx="4886" cy="615"/>
          </a:xfrm>
        </p:grpSpPr>
        <p:sp>
          <p:nvSpPr>
            <p:cNvPr id="98314" name="AutoShape 6"/>
            <p:cNvSpPr>
              <a:spLocks noChangeArrowheads="1"/>
            </p:cNvSpPr>
            <p:nvPr/>
          </p:nvSpPr>
          <p:spPr bwMode="auto">
            <a:xfrm>
              <a:off x="1008" y="3456"/>
              <a:ext cx="306" cy="615"/>
            </a:xfrm>
            <a:prstGeom prst="upArrow">
              <a:avLst>
                <a:gd name="adj1" fmla="val 50000"/>
                <a:gd name="adj2" fmla="val 50245"/>
              </a:avLst>
            </a:prstGeom>
            <a:solidFill>
              <a:schemeClr val="tx2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8315" name="Text Box 7"/>
            <p:cNvSpPr txBox="1">
              <a:spLocks noChangeArrowheads="1"/>
            </p:cNvSpPr>
            <p:nvPr/>
          </p:nvSpPr>
          <p:spPr bwMode="auto">
            <a:xfrm>
              <a:off x="1344" y="3648"/>
              <a:ext cx="455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Here, it is an example for which </a:t>
              </a:r>
              <a:r>
                <a:rPr lang="en-US" altLang="en-US" dirty="0">
                  <a:latin typeface="Symbol" panose="05050102010706020507" pitchFamily="18" charset="2"/>
                </a:rPr>
                <a:t>s</a:t>
              </a:r>
              <a:r>
                <a:rPr lang="en-US" altLang="en-US" baseline="30000" dirty="0">
                  <a:latin typeface="Times New Roman" panose="02020603050405020304" pitchFamily="18" charset="0"/>
                </a:rPr>
                <a:t>2</a:t>
              </a:r>
              <a:r>
                <a:rPr lang="en-US" altLang="en-US" dirty="0">
                  <a:latin typeface="Times New Roman" panose="02020603050405020304" pitchFamily="18" charset="0"/>
                </a:rPr>
                <a:t> </a:t>
              </a:r>
              <a:r>
                <a: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is not constant.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417900" y="2382441"/>
            <a:ext cx="2000250" cy="1085850"/>
            <a:chOff x="1248" y="2160"/>
            <a:chExt cx="1680" cy="912"/>
          </a:xfrm>
        </p:grpSpPr>
        <p:sp>
          <p:nvSpPr>
            <p:cNvPr id="98312" name="Line 9"/>
            <p:cNvSpPr>
              <a:spLocks noChangeShapeType="1"/>
            </p:cNvSpPr>
            <p:nvPr/>
          </p:nvSpPr>
          <p:spPr bwMode="auto">
            <a:xfrm>
              <a:off x="1248" y="2592"/>
              <a:ext cx="168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8313" name="Line 10"/>
            <p:cNvSpPr>
              <a:spLocks noChangeShapeType="1"/>
            </p:cNvSpPr>
            <p:nvPr/>
          </p:nvSpPr>
          <p:spPr bwMode="auto">
            <a:xfrm flipV="1">
              <a:off x="1248" y="2160"/>
              <a:ext cx="1680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8311" name="Text Box 4"/>
          <p:cNvSpPr txBox="1">
            <a:spLocks noChangeArrowheads="1"/>
          </p:cNvSpPr>
          <p:nvPr/>
        </p:nvSpPr>
        <p:spPr bwMode="auto">
          <a:xfrm>
            <a:off x="140825" y="1475143"/>
            <a:ext cx="6858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Constant Variance: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 the residuals against fitted values.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2500" y="251528"/>
            <a:ext cx="8562392" cy="993775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Residual Analysis: Constant Variance Assumption</a:t>
            </a:r>
            <a:endParaRPr 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26248D-3238-4722-9B84-BAE31C2919C7}"/>
                  </a:ext>
                </a:extLst>
              </p:cNvPr>
              <p:cNvSpPr txBox="1"/>
              <p:nvPr/>
            </p:nvSpPr>
            <p:spPr>
              <a:xfrm>
                <a:off x="2422408" y="3867150"/>
                <a:ext cx="148828" cy="1524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>
                <a:normAutofit/>
              </a:bodyPr>
              <a:lstStyle/>
              <a:p>
                <a:pPr algn="l">
                  <a:lnSpc>
                    <a:spcPts val="1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1200" dirty="0">
                  <a:solidFill>
                    <a:srgbClr val="000000"/>
                  </a:solidFill>
                  <a:latin typeface="Helvetica"/>
                  <a:cs typeface="Helvetica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26248D-3238-4722-9B84-BAE31C291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408" y="3867150"/>
                <a:ext cx="148828" cy="152400"/>
              </a:xfrm>
              <a:prstGeom prst="rect">
                <a:avLst/>
              </a:prstGeom>
              <a:blipFill>
                <a:blip r:embed="rId5"/>
                <a:stretch>
                  <a:fillRect l="-16000" t="-44000" r="-72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E7E88E2-9152-472E-9C78-6043045022B9}"/>
              </a:ext>
            </a:extLst>
          </p:cNvPr>
          <p:cNvSpPr txBox="1"/>
          <p:nvPr/>
        </p:nvSpPr>
        <p:spPr>
          <a:xfrm rot="16200000">
            <a:off x="1006837" y="2829091"/>
            <a:ext cx="74414" cy="15240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rmAutofit/>
          </a:bodyPr>
          <a:lstStyle/>
          <a:p>
            <a:pPr algn="l">
              <a:lnSpc>
                <a:spcPts val="1200"/>
              </a:lnSpc>
            </a:pPr>
            <a:r>
              <a:rPr lang="en-US" sz="1200" dirty="0">
                <a:solidFill>
                  <a:srgbClr val="000000"/>
                </a:solidFill>
                <a:latin typeface="Helvetica"/>
                <a:cs typeface="Helvetica"/>
              </a:rPr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129250" y="1470318"/>
            <a:ext cx="49761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Independence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(uncorrelated errors)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Plot the residuals against fitted values. </a:t>
            </a:r>
            <a:endParaRPr lang="en-US" altLang="en-US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B31344-AA59-4F6B-8DD6-400353E8188E}"/>
              </a:ext>
            </a:extLst>
          </p:cNvPr>
          <p:cNvGrpSpPr/>
          <p:nvPr/>
        </p:nvGrpSpPr>
        <p:grpSpPr>
          <a:xfrm>
            <a:off x="1196050" y="2114550"/>
            <a:ext cx="2857500" cy="1828800"/>
            <a:chOff x="1295400" y="2419350"/>
            <a:chExt cx="2857500" cy="1828800"/>
          </a:xfrm>
        </p:grpSpPr>
        <p:sp>
          <p:nvSpPr>
            <p:cNvPr id="99332" name="Rectangle 4"/>
            <p:cNvSpPr>
              <a:spLocks noChangeArrowheads="1"/>
            </p:cNvSpPr>
            <p:nvPr/>
          </p:nvSpPr>
          <p:spPr bwMode="auto">
            <a:xfrm>
              <a:off x="1295400" y="2419350"/>
              <a:ext cx="2857500" cy="1828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33" name="Line 5"/>
            <p:cNvSpPr>
              <a:spLocks noChangeShapeType="1"/>
            </p:cNvSpPr>
            <p:nvPr/>
          </p:nvSpPr>
          <p:spPr bwMode="auto">
            <a:xfrm>
              <a:off x="1295400" y="3333750"/>
              <a:ext cx="2857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34" name="Oval 6"/>
            <p:cNvSpPr>
              <a:spLocks noChangeArrowheads="1"/>
            </p:cNvSpPr>
            <p:nvPr/>
          </p:nvSpPr>
          <p:spPr bwMode="auto">
            <a:xfrm>
              <a:off x="1638300" y="25908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35" name="Oval 7"/>
            <p:cNvSpPr>
              <a:spLocks noChangeArrowheads="1"/>
            </p:cNvSpPr>
            <p:nvPr/>
          </p:nvSpPr>
          <p:spPr bwMode="auto">
            <a:xfrm>
              <a:off x="1638300" y="27622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36" name="Oval 8"/>
            <p:cNvSpPr>
              <a:spLocks noChangeArrowheads="1"/>
            </p:cNvSpPr>
            <p:nvPr/>
          </p:nvSpPr>
          <p:spPr bwMode="auto">
            <a:xfrm>
              <a:off x="1866900" y="26479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37" name="Oval 9"/>
            <p:cNvSpPr>
              <a:spLocks noChangeArrowheads="1"/>
            </p:cNvSpPr>
            <p:nvPr/>
          </p:nvSpPr>
          <p:spPr bwMode="auto">
            <a:xfrm>
              <a:off x="1866900" y="30480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38" name="Oval 10"/>
            <p:cNvSpPr>
              <a:spLocks noChangeArrowheads="1"/>
            </p:cNvSpPr>
            <p:nvPr/>
          </p:nvSpPr>
          <p:spPr bwMode="auto">
            <a:xfrm>
              <a:off x="1638300" y="33909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39" name="Oval 11"/>
            <p:cNvSpPr>
              <a:spLocks noChangeArrowheads="1"/>
            </p:cNvSpPr>
            <p:nvPr/>
          </p:nvSpPr>
          <p:spPr bwMode="auto">
            <a:xfrm>
              <a:off x="1924050" y="33909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40" name="Oval 12"/>
            <p:cNvSpPr>
              <a:spLocks noChangeArrowheads="1"/>
            </p:cNvSpPr>
            <p:nvPr/>
          </p:nvSpPr>
          <p:spPr bwMode="auto">
            <a:xfrm>
              <a:off x="1695450" y="38481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41" name="Oval 13"/>
            <p:cNvSpPr>
              <a:spLocks noChangeArrowheads="1"/>
            </p:cNvSpPr>
            <p:nvPr/>
          </p:nvSpPr>
          <p:spPr bwMode="auto">
            <a:xfrm>
              <a:off x="1638300" y="31051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42" name="Oval 14"/>
            <p:cNvSpPr>
              <a:spLocks noChangeArrowheads="1"/>
            </p:cNvSpPr>
            <p:nvPr/>
          </p:nvSpPr>
          <p:spPr bwMode="auto">
            <a:xfrm>
              <a:off x="1581150" y="36766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99343" name="Oval 15"/>
            <p:cNvSpPr>
              <a:spLocks noChangeArrowheads="1"/>
            </p:cNvSpPr>
            <p:nvPr/>
          </p:nvSpPr>
          <p:spPr bwMode="auto">
            <a:xfrm>
              <a:off x="1981200" y="29337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44" name="Oval 16"/>
            <p:cNvSpPr>
              <a:spLocks noChangeArrowheads="1"/>
            </p:cNvSpPr>
            <p:nvPr/>
          </p:nvSpPr>
          <p:spPr bwMode="auto">
            <a:xfrm>
              <a:off x="1809750" y="35052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45" name="Oval 17"/>
            <p:cNvSpPr>
              <a:spLocks noChangeArrowheads="1"/>
            </p:cNvSpPr>
            <p:nvPr/>
          </p:nvSpPr>
          <p:spPr bwMode="auto">
            <a:xfrm>
              <a:off x="3009900" y="25908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46" name="Oval 18"/>
            <p:cNvSpPr>
              <a:spLocks noChangeArrowheads="1"/>
            </p:cNvSpPr>
            <p:nvPr/>
          </p:nvSpPr>
          <p:spPr bwMode="auto">
            <a:xfrm>
              <a:off x="3238500" y="26479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47" name="Oval 19"/>
            <p:cNvSpPr>
              <a:spLocks noChangeArrowheads="1"/>
            </p:cNvSpPr>
            <p:nvPr/>
          </p:nvSpPr>
          <p:spPr bwMode="auto">
            <a:xfrm>
              <a:off x="3009900" y="29337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48" name="Oval 20"/>
            <p:cNvSpPr>
              <a:spLocks noChangeArrowheads="1"/>
            </p:cNvSpPr>
            <p:nvPr/>
          </p:nvSpPr>
          <p:spPr bwMode="auto">
            <a:xfrm>
              <a:off x="3295650" y="30480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49" name="Oval 21"/>
            <p:cNvSpPr>
              <a:spLocks noChangeArrowheads="1"/>
            </p:cNvSpPr>
            <p:nvPr/>
          </p:nvSpPr>
          <p:spPr bwMode="auto">
            <a:xfrm>
              <a:off x="3067050" y="32194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50" name="Oval 22"/>
            <p:cNvSpPr>
              <a:spLocks noChangeArrowheads="1"/>
            </p:cNvSpPr>
            <p:nvPr/>
          </p:nvSpPr>
          <p:spPr bwMode="auto">
            <a:xfrm>
              <a:off x="3238500" y="34480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51" name="Oval 23"/>
            <p:cNvSpPr>
              <a:spLocks noChangeArrowheads="1"/>
            </p:cNvSpPr>
            <p:nvPr/>
          </p:nvSpPr>
          <p:spPr bwMode="auto">
            <a:xfrm>
              <a:off x="3238500" y="36766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52" name="Oval 24"/>
            <p:cNvSpPr>
              <a:spLocks noChangeArrowheads="1"/>
            </p:cNvSpPr>
            <p:nvPr/>
          </p:nvSpPr>
          <p:spPr bwMode="auto">
            <a:xfrm>
              <a:off x="3067050" y="36195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53" name="Oval 25"/>
            <p:cNvSpPr>
              <a:spLocks noChangeArrowheads="1"/>
            </p:cNvSpPr>
            <p:nvPr/>
          </p:nvSpPr>
          <p:spPr bwMode="auto">
            <a:xfrm>
              <a:off x="3067050" y="39624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9354" name="Line 26"/>
            <p:cNvSpPr>
              <a:spLocks noChangeShapeType="1"/>
            </p:cNvSpPr>
            <p:nvPr/>
          </p:nvSpPr>
          <p:spPr bwMode="auto">
            <a:xfrm>
              <a:off x="2152650" y="2533650"/>
              <a:ext cx="0" cy="148590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55" name="Line 27"/>
            <p:cNvSpPr>
              <a:spLocks noChangeShapeType="1"/>
            </p:cNvSpPr>
            <p:nvPr/>
          </p:nvSpPr>
          <p:spPr bwMode="auto">
            <a:xfrm flipH="1">
              <a:off x="1524000" y="4019550"/>
              <a:ext cx="62865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56" name="Line 28"/>
            <p:cNvSpPr>
              <a:spLocks noChangeShapeType="1"/>
            </p:cNvSpPr>
            <p:nvPr/>
          </p:nvSpPr>
          <p:spPr bwMode="auto">
            <a:xfrm flipV="1">
              <a:off x="1524000" y="2533650"/>
              <a:ext cx="0" cy="148590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57" name="Line 29"/>
            <p:cNvSpPr>
              <a:spLocks noChangeShapeType="1"/>
            </p:cNvSpPr>
            <p:nvPr/>
          </p:nvSpPr>
          <p:spPr bwMode="auto">
            <a:xfrm>
              <a:off x="2952750" y="2533650"/>
              <a:ext cx="45720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58" name="Line 30"/>
            <p:cNvSpPr>
              <a:spLocks noChangeShapeType="1"/>
            </p:cNvSpPr>
            <p:nvPr/>
          </p:nvSpPr>
          <p:spPr bwMode="auto">
            <a:xfrm>
              <a:off x="3409950" y="2533650"/>
              <a:ext cx="0" cy="154305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59" name="Line 31"/>
            <p:cNvSpPr>
              <a:spLocks noChangeShapeType="1"/>
            </p:cNvSpPr>
            <p:nvPr/>
          </p:nvSpPr>
          <p:spPr bwMode="auto">
            <a:xfrm flipH="1">
              <a:off x="2952750" y="4076700"/>
              <a:ext cx="45720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60" name="Line 32"/>
            <p:cNvSpPr>
              <a:spLocks noChangeShapeType="1"/>
            </p:cNvSpPr>
            <p:nvPr/>
          </p:nvSpPr>
          <p:spPr bwMode="auto">
            <a:xfrm flipV="1">
              <a:off x="2952750" y="2533650"/>
              <a:ext cx="0" cy="154305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361" name="Line 33"/>
            <p:cNvSpPr>
              <a:spLocks noChangeShapeType="1"/>
            </p:cNvSpPr>
            <p:nvPr/>
          </p:nvSpPr>
          <p:spPr bwMode="auto">
            <a:xfrm>
              <a:off x="1524000" y="2533650"/>
              <a:ext cx="62865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100" y="251528"/>
            <a:ext cx="8562392" cy="993775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Residual Analysis: Independence Assumption</a:t>
            </a:r>
            <a:endParaRPr lang="en-US" sz="3600" dirty="0">
              <a:latin typeface="Vitesse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0E902B-6917-4652-A38A-86B6CBBE400F}"/>
              </a:ext>
            </a:extLst>
          </p:cNvPr>
          <p:cNvSpPr/>
          <p:nvPr/>
        </p:nvSpPr>
        <p:spPr>
          <a:xfrm>
            <a:off x="529036" y="4248150"/>
            <a:ext cx="51859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4813" indent="-404813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There are clusters of residuals.</a:t>
            </a:r>
          </a:p>
          <a:p>
            <a:pPr marL="404813" indent="-404813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independence assumption does not hold.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B4BF0B9-1C8F-4CF5-BEA2-F01B8CFE6192}"/>
                  </a:ext>
                </a:extLst>
              </p:cNvPr>
              <p:cNvSpPr txBox="1"/>
              <p:nvPr/>
            </p:nvSpPr>
            <p:spPr>
              <a:xfrm>
                <a:off x="2550386" y="4019550"/>
                <a:ext cx="148828" cy="1524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>
                <a:normAutofit/>
              </a:bodyPr>
              <a:lstStyle/>
              <a:p>
                <a:pPr algn="l">
                  <a:lnSpc>
                    <a:spcPts val="1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1200" dirty="0">
                  <a:solidFill>
                    <a:srgbClr val="000000"/>
                  </a:solidFill>
                  <a:latin typeface="Helvetica"/>
                  <a:cs typeface="Helvetica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B4BF0B9-1C8F-4CF5-BEA2-F01B8CFE6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386" y="4019550"/>
                <a:ext cx="148828" cy="152400"/>
              </a:xfrm>
              <a:prstGeom prst="rect">
                <a:avLst/>
              </a:prstGeom>
              <a:blipFill>
                <a:blip r:embed="rId2"/>
                <a:stretch>
                  <a:fillRect l="-16000" t="-44000" r="-72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C7AE9F90-C38B-4BAD-B375-AE21444171CB}"/>
              </a:ext>
            </a:extLst>
          </p:cNvPr>
          <p:cNvSpPr txBox="1"/>
          <p:nvPr/>
        </p:nvSpPr>
        <p:spPr>
          <a:xfrm rot="16200000">
            <a:off x="1015102" y="2955321"/>
            <a:ext cx="74414" cy="15240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rmAutofit/>
          </a:bodyPr>
          <a:lstStyle/>
          <a:p>
            <a:pPr algn="l">
              <a:lnSpc>
                <a:spcPts val="1200"/>
              </a:lnSpc>
            </a:pPr>
            <a:r>
              <a:rPr lang="en-US" sz="1200" dirty="0">
                <a:solidFill>
                  <a:srgbClr val="000000"/>
                </a:solidFill>
                <a:latin typeface="Helvetica"/>
                <a:cs typeface="Helvetica"/>
              </a:rPr>
              <a:t>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4FB31344-AA59-4F6B-8DD6-400353E8188E}"/>
              </a:ext>
            </a:extLst>
          </p:cNvPr>
          <p:cNvGrpSpPr/>
          <p:nvPr/>
        </p:nvGrpSpPr>
        <p:grpSpPr>
          <a:xfrm>
            <a:off x="1196050" y="2114550"/>
            <a:ext cx="2857500" cy="1828800"/>
            <a:chOff x="1295400" y="2419350"/>
            <a:chExt cx="2857500" cy="1828800"/>
          </a:xfrm>
        </p:grpSpPr>
        <p:sp>
          <p:nvSpPr>
            <p:cNvPr id="44" name="Rectangle 4"/>
            <p:cNvSpPr>
              <a:spLocks noChangeArrowheads="1"/>
            </p:cNvSpPr>
            <p:nvPr/>
          </p:nvSpPr>
          <p:spPr bwMode="auto">
            <a:xfrm>
              <a:off x="1295400" y="2419350"/>
              <a:ext cx="2857500" cy="1828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5" name="Line 5"/>
            <p:cNvSpPr>
              <a:spLocks noChangeShapeType="1"/>
            </p:cNvSpPr>
            <p:nvPr/>
          </p:nvSpPr>
          <p:spPr bwMode="auto">
            <a:xfrm>
              <a:off x="1295400" y="3333750"/>
              <a:ext cx="2857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" name="Oval 6"/>
            <p:cNvSpPr>
              <a:spLocks noChangeArrowheads="1"/>
            </p:cNvSpPr>
            <p:nvPr/>
          </p:nvSpPr>
          <p:spPr bwMode="auto">
            <a:xfrm>
              <a:off x="1638300" y="25908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7" name="Oval 7"/>
            <p:cNvSpPr>
              <a:spLocks noChangeArrowheads="1"/>
            </p:cNvSpPr>
            <p:nvPr/>
          </p:nvSpPr>
          <p:spPr bwMode="auto">
            <a:xfrm>
              <a:off x="1638300" y="27622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8" name="Oval 8"/>
            <p:cNvSpPr>
              <a:spLocks noChangeArrowheads="1"/>
            </p:cNvSpPr>
            <p:nvPr/>
          </p:nvSpPr>
          <p:spPr bwMode="auto">
            <a:xfrm>
              <a:off x="1866900" y="26479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9" name="Oval 9"/>
            <p:cNvSpPr>
              <a:spLocks noChangeArrowheads="1"/>
            </p:cNvSpPr>
            <p:nvPr/>
          </p:nvSpPr>
          <p:spPr bwMode="auto">
            <a:xfrm>
              <a:off x="1866900" y="30480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0" name="Oval 10"/>
            <p:cNvSpPr>
              <a:spLocks noChangeArrowheads="1"/>
            </p:cNvSpPr>
            <p:nvPr/>
          </p:nvSpPr>
          <p:spPr bwMode="auto">
            <a:xfrm>
              <a:off x="1638300" y="33909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" name="Oval 11"/>
            <p:cNvSpPr>
              <a:spLocks noChangeArrowheads="1"/>
            </p:cNvSpPr>
            <p:nvPr/>
          </p:nvSpPr>
          <p:spPr bwMode="auto">
            <a:xfrm>
              <a:off x="1924050" y="33909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2" name="Oval 12"/>
            <p:cNvSpPr>
              <a:spLocks noChangeArrowheads="1"/>
            </p:cNvSpPr>
            <p:nvPr/>
          </p:nvSpPr>
          <p:spPr bwMode="auto">
            <a:xfrm>
              <a:off x="1695450" y="38481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3" name="Oval 13"/>
            <p:cNvSpPr>
              <a:spLocks noChangeArrowheads="1"/>
            </p:cNvSpPr>
            <p:nvPr/>
          </p:nvSpPr>
          <p:spPr bwMode="auto">
            <a:xfrm>
              <a:off x="1638300" y="31051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4" name="Oval 14"/>
            <p:cNvSpPr>
              <a:spLocks noChangeArrowheads="1"/>
            </p:cNvSpPr>
            <p:nvPr/>
          </p:nvSpPr>
          <p:spPr bwMode="auto">
            <a:xfrm>
              <a:off x="1581150" y="36766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55" name="Oval 15"/>
            <p:cNvSpPr>
              <a:spLocks noChangeArrowheads="1"/>
            </p:cNvSpPr>
            <p:nvPr/>
          </p:nvSpPr>
          <p:spPr bwMode="auto">
            <a:xfrm>
              <a:off x="1981200" y="29337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1809750" y="35052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7" name="Oval 17"/>
            <p:cNvSpPr>
              <a:spLocks noChangeArrowheads="1"/>
            </p:cNvSpPr>
            <p:nvPr/>
          </p:nvSpPr>
          <p:spPr bwMode="auto">
            <a:xfrm>
              <a:off x="3009900" y="25908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8" name="Oval 18"/>
            <p:cNvSpPr>
              <a:spLocks noChangeArrowheads="1"/>
            </p:cNvSpPr>
            <p:nvPr/>
          </p:nvSpPr>
          <p:spPr bwMode="auto">
            <a:xfrm>
              <a:off x="3238500" y="26479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9" name="Oval 19"/>
            <p:cNvSpPr>
              <a:spLocks noChangeArrowheads="1"/>
            </p:cNvSpPr>
            <p:nvPr/>
          </p:nvSpPr>
          <p:spPr bwMode="auto">
            <a:xfrm>
              <a:off x="3009900" y="29337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0" name="Oval 20"/>
            <p:cNvSpPr>
              <a:spLocks noChangeArrowheads="1"/>
            </p:cNvSpPr>
            <p:nvPr/>
          </p:nvSpPr>
          <p:spPr bwMode="auto">
            <a:xfrm>
              <a:off x="3295650" y="30480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1" name="Oval 21"/>
            <p:cNvSpPr>
              <a:spLocks noChangeArrowheads="1"/>
            </p:cNvSpPr>
            <p:nvPr/>
          </p:nvSpPr>
          <p:spPr bwMode="auto">
            <a:xfrm>
              <a:off x="3067050" y="32194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2" name="Oval 22"/>
            <p:cNvSpPr>
              <a:spLocks noChangeArrowheads="1"/>
            </p:cNvSpPr>
            <p:nvPr/>
          </p:nvSpPr>
          <p:spPr bwMode="auto">
            <a:xfrm>
              <a:off x="3238500" y="34480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3" name="Oval 23"/>
            <p:cNvSpPr>
              <a:spLocks noChangeArrowheads="1"/>
            </p:cNvSpPr>
            <p:nvPr/>
          </p:nvSpPr>
          <p:spPr bwMode="auto">
            <a:xfrm>
              <a:off x="3238500" y="367665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4" name="Oval 24"/>
            <p:cNvSpPr>
              <a:spLocks noChangeArrowheads="1"/>
            </p:cNvSpPr>
            <p:nvPr/>
          </p:nvSpPr>
          <p:spPr bwMode="auto">
            <a:xfrm>
              <a:off x="3067050" y="36195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5" name="Oval 25"/>
            <p:cNvSpPr>
              <a:spLocks noChangeArrowheads="1"/>
            </p:cNvSpPr>
            <p:nvPr/>
          </p:nvSpPr>
          <p:spPr bwMode="auto">
            <a:xfrm>
              <a:off x="3067050" y="3962400"/>
              <a:ext cx="57150" cy="5715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6" name="Line 26"/>
            <p:cNvSpPr>
              <a:spLocks noChangeShapeType="1"/>
            </p:cNvSpPr>
            <p:nvPr/>
          </p:nvSpPr>
          <p:spPr bwMode="auto">
            <a:xfrm>
              <a:off x="2152650" y="2533650"/>
              <a:ext cx="0" cy="148590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" name="Line 27"/>
            <p:cNvSpPr>
              <a:spLocks noChangeShapeType="1"/>
            </p:cNvSpPr>
            <p:nvPr/>
          </p:nvSpPr>
          <p:spPr bwMode="auto">
            <a:xfrm flipH="1">
              <a:off x="1524000" y="4019550"/>
              <a:ext cx="62865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8" name="Line 28"/>
            <p:cNvSpPr>
              <a:spLocks noChangeShapeType="1"/>
            </p:cNvSpPr>
            <p:nvPr/>
          </p:nvSpPr>
          <p:spPr bwMode="auto">
            <a:xfrm flipV="1">
              <a:off x="1524000" y="2533650"/>
              <a:ext cx="0" cy="148590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9" name="Line 29"/>
            <p:cNvSpPr>
              <a:spLocks noChangeShapeType="1"/>
            </p:cNvSpPr>
            <p:nvPr/>
          </p:nvSpPr>
          <p:spPr bwMode="auto">
            <a:xfrm>
              <a:off x="2952750" y="2533650"/>
              <a:ext cx="45720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0" name="Line 30"/>
            <p:cNvSpPr>
              <a:spLocks noChangeShapeType="1"/>
            </p:cNvSpPr>
            <p:nvPr/>
          </p:nvSpPr>
          <p:spPr bwMode="auto">
            <a:xfrm>
              <a:off x="3409950" y="2533650"/>
              <a:ext cx="0" cy="154305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" name="Line 31"/>
            <p:cNvSpPr>
              <a:spLocks noChangeShapeType="1"/>
            </p:cNvSpPr>
            <p:nvPr/>
          </p:nvSpPr>
          <p:spPr bwMode="auto">
            <a:xfrm flipH="1">
              <a:off x="2952750" y="4076700"/>
              <a:ext cx="45720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2" name="Line 32"/>
            <p:cNvSpPr>
              <a:spLocks noChangeShapeType="1"/>
            </p:cNvSpPr>
            <p:nvPr/>
          </p:nvSpPr>
          <p:spPr bwMode="auto">
            <a:xfrm flipV="1">
              <a:off x="2952750" y="2533650"/>
              <a:ext cx="0" cy="154305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3" name="Line 33"/>
            <p:cNvSpPr>
              <a:spLocks noChangeShapeType="1"/>
            </p:cNvSpPr>
            <p:nvPr/>
          </p:nvSpPr>
          <p:spPr bwMode="auto">
            <a:xfrm>
              <a:off x="1524000" y="2533650"/>
              <a:ext cx="628650" cy="0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B4BF0B9-1C8F-4CF5-BEA2-F01B8CFE6192}"/>
                  </a:ext>
                </a:extLst>
              </p:cNvPr>
              <p:cNvSpPr txBox="1"/>
              <p:nvPr/>
            </p:nvSpPr>
            <p:spPr>
              <a:xfrm>
                <a:off x="2550386" y="4019550"/>
                <a:ext cx="148828" cy="1524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>
                <a:normAutofit/>
              </a:bodyPr>
              <a:lstStyle/>
              <a:p>
                <a:pPr algn="l">
                  <a:lnSpc>
                    <a:spcPts val="1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Helvetica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1200" dirty="0">
                  <a:solidFill>
                    <a:srgbClr val="000000"/>
                  </a:solidFill>
                  <a:latin typeface="Helvetica"/>
                  <a:cs typeface="Helvetica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B4BF0B9-1C8F-4CF5-BEA2-F01B8CFE6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386" y="4019550"/>
                <a:ext cx="148828" cy="152400"/>
              </a:xfrm>
              <a:prstGeom prst="rect">
                <a:avLst/>
              </a:prstGeom>
              <a:blipFill>
                <a:blip r:embed="rId2"/>
                <a:stretch>
                  <a:fillRect l="-16000" t="-44000" r="-72000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C7AE9F90-C38B-4BAD-B375-AE21444171CB}"/>
              </a:ext>
            </a:extLst>
          </p:cNvPr>
          <p:cNvSpPr txBox="1"/>
          <p:nvPr/>
        </p:nvSpPr>
        <p:spPr>
          <a:xfrm rot="16200000">
            <a:off x="1015102" y="2955321"/>
            <a:ext cx="74414" cy="15240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>
            <a:normAutofit/>
          </a:bodyPr>
          <a:lstStyle/>
          <a:p>
            <a:pPr algn="l">
              <a:lnSpc>
                <a:spcPts val="1200"/>
              </a:lnSpc>
            </a:pPr>
            <a:r>
              <a:rPr lang="en-US" sz="1200" dirty="0">
                <a:solidFill>
                  <a:srgbClr val="000000"/>
                </a:solidFill>
                <a:latin typeface="Helvetica"/>
                <a:cs typeface="Helvetica"/>
              </a:rPr>
              <a:t>e</a:t>
            </a:r>
          </a:p>
        </p:txBody>
      </p:sp>
      <p:sp>
        <p:nvSpPr>
          <p:cNvPr id="77" name="Title 1"/>
          <p:cNvSpPr>
            <a:spLocks noGrp="1"/>
          </p:cNvSpPr>
          <p:nvPr>
            <p:ph type="title"/>
          </p:nvPr>
        </p:nvSpPr>
        <p:spPr>
          <a:xfrm>
            <a:off x="106100" y="251528"/>
            <a:ext cx="8562392" cy="993775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Residual Analysis: Independence Assumption</a:t>
            </a:r>
            <a:endParaRPr lang="en-US" sz="3600" dirty="0">
              <a:latin typeface="Vitesse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8AEAE7-292A-40CE-83C6-1AC994BE9BB1}"/>
              </a:ext>
            </a:extLst>
          </p:cNvPr>
          <p:cNvSpPr txBox="1"/>
          <p:nvPr/>
        </p:nvSpPr>
        <p:spPr>
          <a:xfrm>
            <a:off x="5504484" y="1470318"/>
            <a:ext cx="3433099" cy="2985433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pPr marL="231775" indent="-231775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Using residual analysis, we are actually checking for uncorrelated errors, not independence.</a:t>
            </a:r>
          </a:p>
          <a:p>
            <a:pPr marL="231775" indent="-231775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Independence is a more complicated matter. If the data are from a randomized experiment, then independence holds, but most data are from observational studies.</a:t>
            </a:r>
          </a:p>
          <a:p>
            <a:pPr marL="231775" indent="-231775" eaLnBrk="1" hangingPunct="1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We commonly correct for selection bias in observational studies using controlling variables.</a:t>
            </a:r>
          </a:p>
        </p:txBody>
      </p:sp>
      <p:sp>
        <p:nvSpPr>
          <p:cNvPr id="80" name="Title 1"/>
          <p:cNvSpPr txBox="1">
            <a:spLocks/>
          </p:cNvSpPr>
          <p:nvPr/>
        </p:nvSpPr>
        <p:spPr>
          <a:xfrm>
            <a:off x="106100" y="251528"/>
            <a:ext cx="8562392" cy="9937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600">
                <a:latin typeface="Vitesse"/>
              </a:rPr>
              <a:t>Residual Analysis: Independence Assumption</a:t>
            </a:r>
            <a:endParaRPr lang="en-US" sz="3600">
              <a:latin typeface="Vitesse"/>
            </a:endParaRPr>
          </a:p>
        </p:txBody>
      </p:sp>
      <p:sp>
        <p:nvSpPr>
          <p:cNvPr id="82" name="Text Box 3"/>
          <p:cNvSpPr txBox="1">
            <a:spLocks noChangeArrowheads="1"/>
          </p:cNvSpPr>
          <p:nvPr/>
        </p:nvSpPr>
        <p:spPr bwMode="auto">
          <a:xfrm>
            <a:off x="129250" y="1470318"/>
            <a:ext cx="49761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Independence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(uncorrelated errors)</a:t>
            </a: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Plot the residuals against fitted values. </a:t>
            </a:r>
            <a:endParaRPr lang="en-US" altLang="en-US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80E902B-6917-4652-A38A-86B6CBBE400F}"/>
              </a:ext>
            </a:extLst>
          </p:cNvPr>
          <p:cNvSpPr/>
          <p:nvPr/>
        </p:nvSpPr>
        <p:spPr>
          <a:xfrm>
            <a:off x="529036" y="4248150"/>
            <a:ext cx="51859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4813" indent="-404813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There are clusters of residuals.</a:t>
            </a:r>
          </a:p>
          <a:p>
            <a:pPr marL="404813" indent="-404813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independence assumption does not hold.</a:t>
            </a:r>
          </a:p>
        </p:txBody>
      </p:sp>
    </p:spTree>
    <p:extLst>
      <p:ext uri="{BB962C8B-B14F-4D97-AF65-F5344CB8AC3E}">
        <p14:creationId xmlns:p14="http://schemas.microsoft.com/office/powerpoint/2010/main" val="1645755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ChangeArrowheads="1"/>
          </p:cNvSpPr>
          <p:nvPr/>
        </p:nvSpPr>
        <p:spPr bwMode="auto">
          <a:xfrm>
            <a:off x="152401" y="1013025"/>
            <a:ext cx="5257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One way to check this assumption in a regression is using a </a:t>
            </a:r>
            <a:r>
              <a:rPr lang="en-US" altLang="en-US" b="1" u="sng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Normal Probability (Q-Q) Plot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6350" y="1733550"/>
            <a:ext cx="2864238" cy="428625"/>
            <a:chOff x="1518" y="2256"/>
            <a:chExt cx="2793" cy="480"/>
          </a:xfrm>
          <a:solidFill>
            <a:schemeClr val="accent3"/>
          </a:solidFill>
        </p:grpSpPr>
        <p:sp>
          <p:nvSpPr>
            <p:cNvPr id="86026" name="Rectangle 5"/>
            <p:cNvSpPr>
              <a:spLocks noChangeArrowheads="1"/>
            </p:cNvSpPr>
            <p:nvPr/>
          </p:nvSpPr>
          <p:spPr bwMode="auto">
            <a:xfrm>
              <a:off x="1518" y="2256"/>
              <a:ext cx="2793" cy="48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1930" name="Rectangle 6"/>
            <p:cNvSpPr>
              <a:spLocks noChangeArrowheads="1"/>
            </p:cNvSpPr>
            <p:nvPr/>
          </p:nvSpPr>
          <p:spPr bwMode="auto">
            <a:xfrm>
              <a:off x="1711" y="2270"/>
              <a:ext cx="1723" cy="414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solidFill>
                    <a:schemeClr val="bg1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y-axis:          </a:t>
              </a:r>
              <a:r>
                <a:rPr lang="en-US" altLang="en-US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  </a:t>
              </a:r>
              <a:r>
                <a:rPr lang="en-US" altLang="en-US" dirty="0" err="1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e</a:t>
              </a:r>
              <a:r>
                <a:rPr lang="en-US" altLang="en-US" baseline="-25000" dirty="0" err="1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  <a:endParaRPr lang="en-US" alt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526322" y="2876550"/>
            <a:ext cx="338919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en-US" alt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US" alt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en-US" dirty="0">
                <a:latin typeface="Times New Roman" charset="0"/>
              </a:rPr>
              <a:t> 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 rank of </a:t>
            </a:r>
            <a:r>
              <a:rPr lang="en-US" alt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en-US" dirty="0">
                <a:latin typeface="Times New Roman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(between 1, n)</a:t>
            </a:r>
          </a:p>
          <a:p>
            <a:pPr eaLnBrk="1" hangingPunct="1"/>
            <a:r>
              <a:rPr lang="en-US" altLang="en-US" dirty="0">
                <a:latin typeface="Symbol" charset="2"/>
              </a:rPr>
              <a:t>F</a:t>
            </a:r>
            <a:r>
              <a:rPr lang="en-US" altLang="en-US" dirty="0">
                <a:latin typeface="Times New Roman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 CDF of Normal Distribution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24059" y="2170212"/>
            <a:ext cx="2856529" cy="600075"/>
            <a:chOff x="1536" y="2889"/>
            <a:chExt cx="2784" cy="672"/>
          </a:xfrm>
          <a:solidFill>
            <a:srgbClr val="F8FFF1"/>
          </a:solidFill>
        </p:grpSpPr>
        <p:sp>
          <p:nvSpPr>
            <p:cNvPr id="86023" name="Rectangle 9"/>
            <p:cNvSpPr>
              <a:spLocks noChangeArrowheads="1"/>
            </p:cNvSpPr>
            <p:nvPr/>
          </p:nvSpPr>
          <p:spPr bwMode="auto">
            <a:xfrm>
              <a:off x="1536" y="2889"/>
              <a:ext cx="2784" cy="6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n-US" altLang="en-US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1927" name="Object 10"/>
            <p:cNvGraphicFramePr>
              <a:graphicFrameLocks noChangeAspect="1"/>
            </p:cNvGraphicFramePr>
            <p:nvPr/>
          </p:nvGraphicFramePr>
          <p:xfrm>
            <a:off x="2880" y="2928"/>
            <a:ext cx="1104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Equation" r:id="rId3" imgW="888614" imgH="431613" progId="Equation.3">
                    <p:embed/>
                  </p:oleObj>
                </mc:Choice>
                <mc:Fallback>
                  <p:oleObj name="Equation" r:id="rId3" imgW="888614" imgH="431613" progId="Equation.3">
                    <p:embed/>
                    <p:pic>
                      <p:nvPicPr>
                        <p:cNvPr id="8192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928"/>
                          <a:ext cx="1104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28" name="Rectangle 11"/>
            <p:cNvSpPr>
              <a:spLocks noChangeArrowheads="1"/>
            </p:cNvSpPr>
            <p:nvPr/>
          </p:nvSpPr>
          <p:spPr bwMode="auto">
            <a:xfrm>
              <a:off x="1720" y="3024"/>
              <a:ext cx="1016" cy="4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x-axis: 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5497974" y="1739350"/>
            <a:ext cx="3417426" cy="2123658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pPr marL="285750" indent="-285750">
              <a:buClr>
                <a:schemeClr val="tx1"/>
              </a:buClr>
              <a:buFont typeface="Arial" charset="0"/>
              <a:buChar char="•"/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Let the R statistical software do this for you!</a:t>
            </a:r>
          </a:p>
          <a:p>
            <a:pPr marL="285750" indent="-285750">
              <a:buClr>
                <a:schemeClr val="tx1"/>
              </a:buClr>
              <a:buFont typeface="Arial" charset="0"/>
              <a:buChar char="•"/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straight line in a normal probability plot implies that the assumption is valid</a:t>
            </a:r>
            <a:endParaRPr lang="en-US" b="1" dirty="0">
              <a:solidFill>
                <a:srgbClr val="993200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charset="0"/>
              <a:buChar char="•"/>
              <a:defRPr/>
            </a:pPr>
            <a:r>
              <a:rPr lang="en-US" b="1" dirty="0" err="1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Curviture</a:t>
            </a:r>
            <a:r>
              <a:rPr lang="en-US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(especially at the ends) </a:t>
            </a: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shows non-normality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0825" y="251528"/>
            <a:ext cx="8562392" cy="710497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Checking the Assumption of Normality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87520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/>
          <p:cNvSpPr>
            <a:spLocks noChangeArrowheads="1"/>
          </p:cNvSpPr>
          <p:nvPr/>
        </p:nvSpPr>
        <p:spPr bwMode="auto">
          <a:xfrm>
            <a:off x="152400" y="1006275"/>
            <a:ext cx="7620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EEB211"/>
              </a:buClr>
              <a:defRPr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complementary approach for checking for the normality assumption is by plotting the histogram of the residuals.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03624" y="1863636"/>
            <a:ext cx="1815775" cy="2543664"/>
            <a:chOff x="876300" y="2306854"/>
            <a:chExt cx="1524000" cy="2291914"/>
          </a:xfrm>
        </p:grpSpPr>
        <p:sp>
          <p:nvSpPr>
            <p:cNvPr id="101379" name="Line 18"/>
            <p:cNvSpPr>
              <a:spLocks noChangeShapeType="1"/>
            </p:cNvSpPr>
            <p:nvPr/>
          </p:nvSpPr>
          <p:spPr bwMode="auto">
            <a:xfrm flipV="1">
              <a:off x="876300" y="2878354"/>
              <a:ext cx="1428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1380" name="Rectangle 19"/>
            <p:cNvSpPr>
              <a:spLocks noChangeArrowheads="1"/>
            </p:cNvSpPr>
            <p:nvPr/>
          </p:nvSpPr>
          <p:spPr bwMode="auto">
            <a:xfrm>
              <a:off x="1390650" y="2306854"/>
              <a:ext cx="114300" cy="5715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81" name="Rectangle 20"/>
            <p:cNvSpPr>
              <a:spLocks noChangeArrowheads="1"/>
            </p:cNvSpPr>
            <p:nvPr/>
          </p:nvSpPr>
          <p:spPr bwMode="auto">
            <a:xfrm>
              <a:off x="1504950" y="2364004"/>
              <a:ext cx="114300" cy="5143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82" name="Rectangle 21"/>
            <p:cNvSpPr>
              <a:spLocks noChangeArrowheads="1"/>
            </p:cNvSpPr>
            <p:nvPr/>
          </p:nvSpPr>
          <p:spPr bwMode="auto">
            <a:xfrm>
              <a:off x="1619250" y="2478304"/>
              <a:ext cx="114300" cy="4000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83" name="Rectangle 22"/>
            <p:cNvSpPr>
              <a:spLocks noChangeArrowheads="1"/>
            </p:cNvSpPr>
            <p:nvPr/>
          </p:nvSpPr>
          <p:spPr bwMode="auto">
            <a:xfrm>
              <a:off x="1276350" y="2364004"/>
              <a:ext cx="114300" cy="5143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84" name="Rectangle 24"/>
            <p:cNvSpPr>
              <a:spLocks noChangeArrowheads="1"/>
            </p:cNvSpPr>
            <p:nvPr/>
          </p:nvSpPr>
          <p:spPr bwMode="auto">
            <a:xfrm>
              <a:off x="1162050" y="2478304"/>
              <a:ext cx="114300" cy="4000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85" name="Rectangle 25"/>
            <p:cNvSpPr>
              <a:spLocks noChangeArrowheads="1"/>
            </p:cNvSpPr>
            <p:nvPr/>
          </p:nvSpPr>
          <p:spPr bwMode="auto">
            <a:xfrm>
              <a:off x="1733550" y="2649754"/>
              <a:ext cx="114300" cy="228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86" name="Rectangle 26"/>
            <p:cNvSpPr>
              <a:spLocks noChangeArrowheads="1"/>
            </p:cNvSpPr>
            <p:nvPr/>
          </p:nvSpPr>
          <p:spPr bwMode="auto">
            <a:xfrm>
              <a:off x="1047750" y="2592604"/>
              <a:ext cx="114300" cy="2857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87" name="Rectangle 28"/>
            <p:cNvSpPr>
              <a:spLocks noChangeArrowheads="1"/>
            </p:cNvSpPr>
            <p:nvPr/>
          </p:nvSpPr>
          <p:spPr bwMode="auto">
            <a:xfrm>
              <a:off x="933450" y="2706904"/>
              <a:ext cx="114300" cy="1714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88" name="Rectangle 29"/>
            <p:cNvSpPr>
              <a:spLocks noChangeArrowheads="1"/>
            </p:cNvSpPr>
            <p:nvPr/>
          </p:nvSpPr>
          <p:spPr bwMode="auto">
            <a:xfrm>
              <a:off x="1847850" y="2706904"/>
              <a:ext cx="114300" cy="1714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89" name="Rectangle 30"/>
            <p:cNvSpPr>
              <a:spLocks noChangeArrowheads="1"/>
            </p:cNvSpPr>
            <p:nvPr/>
          </p:nvSpPr>
          <p:spPr bwMode="auto">
            <a:xfrm>
              <a:off x="1962150" y="2764054"/>
              <a:ext cx="114300" cy="1143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90" name="Line 31"/>
            <p:cNvSpPr>
              <a:spLocks noChangeShapeType="1"/>
            </p:cNvSpPr>
            <p:nvPr/>
          </p:nvSpPr>
          <p:spPr bwMode="auto">
            <a:xfrm flipV="1">
              <a:off x="889000" y="3695699"/>
              <a:ext cx="1428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1391" name="Rectangle 32"/>
            <p:cNvSpPr>
              <a:spLocks noChangeArrowheads="1"/>
            </p:cNvSpPr>
            <p:nvPr/>
          </p:nvSpPr>
          <p:spPr bwMode="auto">
            <a:xfrm>
              <a:off x="1174750" y="3124199"/>
              <a:ext cx="114300" cy="5715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92" name="Rectangle 33"/>
            <p:cNvSpPr>
              <a:spLocks noChangeArrowheads="1"/>
            </p:cNvSpPr>
            <p:nvPr/>
          </p:nvSpPr>
          <p:spPr bwMode="auto">
            <a:xfrm>
              <a:off x="1403350" y="3181349"/>
              <a:ext cx="114300" cy="5143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93" name="Rectangle 34"/>
            <p:cNvSpPr>
              <a:spLocks noChangeArrowheads="1"/>
            </p:cNvSpPr>
            <p:nvPr/>
          </p:nvSpPr>
          <p:spPr bwMode="auto">
            <a:xfrm>
              <a:off x="1517650" y="3295649"/>
              <a:ext cx="114300" cy="4000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94" name="Rectangle 35"/>
            <p:cNvSpPr>
              <a:spLocks noChangeArrowheads="1"/>
            </p:cNvSpPr>
            <p:nvPr/>
          </p:nvSpPr>
          <p:spPr bwMode="auto">
            <a:xfrm>
              <a:off x="1289050" y="3181349"/>
              <a:ext cx="114300" cy="5143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95" name="Rectangle 36"/>
            <p:cNvSpPr>
              <a:spLocks noChangeArrowheads="1"/>
            </p:cNvSpPr>
            <p:nvPr/>
          </p:nvSpPr>
          <p:spPr bwMode="auto">
            <a:xfrm>
              <a:off x="1060450" y="3295649"/>
              <a:ext cx="114300" cy="4000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96" name="Rectangle 37"/>
            <p:cNvSpPr>
              <a:spLocks noChangeArrowheads="1"/>
            </p:cNvSpPr>
            <p:nvPr/>
          </p:nvSpPr>
          <p:spPr bwMode="auto">
            <a:xfrm>
              <a:off x="1631950" y="3467099"/>
              <a:ext cx="114300" cy="228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97" name="Rectangle 38"/>
            <p:cNvSpPr>
              <a:spLocks noChangeArrowheads="1"/>
            </p:cNvSpPr>
            <p:nvPr/>
          </p:nvSpPr>
          <p:spPr bwMode="auto">
            <a:xfrm>
              <a:off x="946150" y="3409949"/>
              <a:ext cx="114300" cy="2857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98" name="Rectangle 39"/>
            <p:cNvSpPr>
              <a:spLocks noChangeArrowheads="1"/>
            </p:cNvSpPr>
            <p:nvPr/>
          </p:nvSpPr>
          <p:spPr bwMode="auto">
            <a:xfrm>
              <a:off x="1746250" y="3524249"/>
              <a:ext cx="114300" cy="1714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99" name="Rectangle 40"/>
            <p:cNvSpPr>
              <a:spLocks noChangeArrowheads="1"/>
            </p:cNvSpPr>
            <p:nvPr/>
          </p:nvSpPr>
          <p:spPr bwMode="auto">
            <a:xfrm>
              <a:off x="1860550" y="3524249"/>
              <a:ext cx="114300" cy="1714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00" name="Rectangle 41"/>
            <p:cNvSpPr>
              <a:spLocks noChangeArrowheads="1"/>
            </p:cNvSpPr>
            <p:nvPr/>
          </p:nvSpPr>
          <p:spPr bwMode="auto">
            <a:xfrm>
              <a:off x="1974850" y="3581399"/>
              <a:ext cx="114300" cy="1143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01" name="Rectangle 42"/>
            <p:cNvSpPr>
              <a:spLocks noChangeArrowheads="1"/>
            </p:cNvSpPr>
            <p:nvPr/>
          </p:nvSpPr>
          <p:spPr bwMode="auto">
            <a:xfrm>
              <a:off x="2089150" y="3638549"/>
              <a:ext cx="171450" cy="571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02" name="Line 43"/>
            <p:cNvSpPr>
              <a:spLocks noChangeShapeType="1"/>
            </p:cNvSpPr>
            <p:nvPr/>
          </p:nvSpPr>
          <p:spPr bwMode="auto">
            <a:xfrm flipV="1">
              <a:off x="882325" y="4598768"/>
              <a:ext cx="1428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1403" name="Rectangle 44"/>
            <p:cNvSpPr>
              <a:spLocks noChangeArrowheads="1"/>
            </p:cNvSpPr>
            <p:nvPr/>
          </p:nvSpPr>
          <p:spPr bwMode="auto">
            <a:xfrm>
              <a:off x="1314450" y="4027268"/>
              <a:ext cx="114300" cy="5715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04" name="Rectangle 45"/>
            <p:cNvSpPr>
              <a:spLocks noChangeArrowheads="1"/>
            </p:cNvSpPr>
            <p:nvPr/>
          </p:nvSpPr>
          <p:spPr bwMode="auto">
            <a:xfrm>
              <a:off x="1428750" y="4084418"/>
              <a:ext cx="114300" cy="5143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05" name="Rectangle 46"/>
            <p:cNvSpPr>
              <a:spLocks noChangeArrowheads="1"/>
            </p:cNvSpPr>
            <p:nvPr/>
          </p:nvSpPr>
          <p:spPr bwMode="auto">
            <a:xfrm>
              <a:off x="1543050" y="4198718"/>
              <a:ext cx="114300" cy="4000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06" name="Rectangle 47"/>
            <p:cNvSpPr>
              <a:spLocks noChangeArrowheads="1"/>
            </p:cNvSpPr>
            <p:nvPr/>
          </p:nvSpPr>
          <p:spPr bwMode="auto">
            <a:xfrm>
              <a:off x="1200150" y="4084418"/>
              <a:ext cx="114300" cy="5143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07" name="Rectangle 48"/>
            <p:cNvSpPr>
              <a:spLocks noChangeArrowheads="1"/>
            </p:cNvSpPr>
            <p:nvPr/>
          </p:nvSpPr>
          <p:spPr bwMode="auto">
            <a:xfrm>
              <a:off x="1085850" y="4198718"/>
              <a:ext cx="114300" cy="4000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08" name="Rectangle 49"/>
            <p:cNvSpPr>
              <a:spLocks noChangeArrowheads="1"/>
            </p:cNvSpPr>
            <p:nvPr/>
          </p:nvSpPr>
          <p:spPr bwMode="auto">
            <a:xfrm>
              <a:off x="1657350" y="4370168"/>
              <a:ext cx="114300" cy="228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09" name="Rectangle 50"/>
            <p:cNvSpPr>
              <a:spLocks noChangeArrowheads="1"/>
            </p:cNvSpPr>
            <p:nvPr/>
          </p:nvSpPr>
          <p:spPr bwMode="auto">
            <a:xfrm>
              <a:off x="971550" y="4313018"/>
              <a:ext cx="114300" cy="2857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10" name="Rectangle 53"/>
            <p:cNvSpPr>
              <a:spLocks noChangeArrowheads="1"/>
            </p:cNvSpPr>
            <p:nvPr/>
          </p:nvSpPr>
          <p:spPr bwMode="auto">
            <a:xfrm>
              <a:off x="2114550" y="4484468"/>
              <a:ext cx="114300" cy="1143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11" name="Rectangle 54"/>
            <p:cNvSpPr>
              <a:spLocks noChangeArrowheads="1"/>
            </p:cNvSpPr>
            <p:nvPr/>
          </p:nvSpPr>
          <p:spPr bwMode="auto">
            <a:xfrm>
              <a:off x="2228850" y="4541618"/>
              <a:ext cx="171450" cy="571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55" name="Text Box 4"/>
          <p:cNvSpPr txBox="1">
            <a:spLocks noChangeArrowheads="1"/>
          </p:cNvSpPr>
          <p:nvPr/>
        </p:nvSpPr>
        <p:spPr bwMode="auto">
          <a:xfrm>
            <a:off x="5410200" y="2233376"/>
            <a:ext cx="33528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EEB211"/>
              </a:buClr>
              <a:defRPr/>
            </a:pPr>
            <a:r>
              <a:rPr 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Normality Assumption:</a:t>
            </a:r>
          </a:p>
          <a:p>
            <a:pPr>
              <a:buClr>
                <a:srgbClr val="EEB211"/>
              </a:buClr>
              <a:defRPr/>
            </a:pPr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residuals should have an approximately symmetric, unimodal distribution, with no gaps in the data.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100" y="251528"/>
            <a:ext cx="8562392" cy="674649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Residual Analysis: Normality Assumption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5779" name="Text Box 3"/>
              <p:cNvSpPr txBox="1">
                <a:spLocks noChangeArrowheads="1"/>
              </p:cNvSpPr>
              <p:nvPr/>
            </p:nvSpPr>
            <p:spPr bwMode="auto">
              <a:xfrm>
                <a:off x="152400" y="1006130"/>
                <a:ext cx="7924800" cy="36933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347663" indent="-347663" eaLnBrk="1" hangingPunct="1">
                  <a:buFontTx/>
                  <a:buChar char="•"/>
                  <a:defRPr/>
                </a:pPr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the model fit is inadequate, it does not mean that a regression is not useful.</a:t>
                </a:r>
              </a:p>
              <a:p>
                <a:pPr marL="347663" indent="-347663" eaLnBrk="1" hangingPunct="1">
                  <a:buFontTx/>
                  <a:buChar char="•"/>
                  <a:defRPr/>
                </a:pPr>
                <a:endParaRPr lang="en-US" altLang="en-US" sz="1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7663" indent="-347663" eaLnBrk="1" hangingPunct="1">
                  <a:buFontTx/>
                  <a:buChar char="•"/>
                  <a:defRPr/>
                </a:pPr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One problem might be that one or more predicting variable </a:t>
                </a:r>
                <a:r>
                  <a:rPr lang="en-US" altLang="en-US" sz="1800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X</a:t>
                </a:r>
                <a:r>
                  <a:rPr lang="en-US" altLang="ja-JP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might not have a linear relationship with the response variable </a:t>
                </a:r>
                <a:r>
                  <a:rPr lang="en-US" altLang="ja-JP" sz="1800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Y</a:t>
                </a:r>
                <a:r>
                  <a:rPr lang="en-US" altLang="ja-JP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.</a:t>
                </a:r>
              </a:p>
              <a:p>
                <a:pPr eaLnBrk="1" hangingPunct="1">
                  <a:buFontTx/>
                  <a:buChar char="•"/>
                  <a:defRPr/>
                </a:pPr>
                <a:endParaRPr lang="en-US" altLang="en-US" sz="18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347663" indent="-347663">
                  <a:buFont typeface="Arial" panose="020B0604020202020204" pitchFamily="34" charset="0"/>
                  <a:buChar char="•"/>
                </a:pPr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To model the nonlinear relationship, we transform X by some nonlinear function such as </a:t>
                </a:r>
              </a:p>
              <a:p>
                <a:pPr marL="347663" indent="-347663">
                  <a:buFont typeface="Arial" panose="020B0604020202020204" pitchFamily="34" charset="0"/>
                  <a:buChar char="•"/>
                </a:pPr>
                <a:endParaRPr lang="en-US" sz="1800" i="1" dirty="0">
                  <a:solidFill>
                    <a:srgbClr val="000000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91440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393700" lvl="1" indent="1111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914400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eaLnBrk="1" hangingPunct="1">
                  <a:defRPr/>
                </a:pPr>
                <a:endParaRPr lang="en-US" altLang="en-US" sz="1800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>
          <p:sp>
            <p:nvSpPr>
              <p:cNvPr id="75779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006130"/>
                <a:ext cx="7924800" cy="3693319"/>
              </a:xfrm>
              <a:prstGeom prst="rect">
                <a:avLst/>
              </a:prstGeom>
              <a:blipFill>
                <a:blip r:embed="rId2"/>
                <a:stretch>
                  <a:fillRect l="-462" t="-82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04" name="Object 4"/>
          <p:cNvSpPr txBox="1"/>
          <p:nvPr/>
        </p:nvSpPr>
        <p:spPr bwMode="auto">
          <a:xfrm>
            <a:off x="990600" y="3486150"/>
            <a:ext cx="1295400" cy="438150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500" y="255851"/>
            <a:ext cx="8562392" cy="635690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Predicting Variable Transformation</a:t>
            </a:r>
            <a:endParaRPr lang="en-US" sz="3600" dirty="0">
              <a:latin typeface="Vitesse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75E498D7-0667-43B4-A28F-CA0A21253BF6}"/>
              </a:ext>
            </a:extLst>
          </p:cNvPr>
          <p:cNvSpPr txBox="1"/>
          <p:nvPr/>
        </p:nvSpPr>
        <p:spPr bwMode="auto">
          <a:xfrm>
            <a:off x="990600" y="4015740"/>
            <a:ext cx="1752600" cy="438150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3427" name="Text Box 3"/>
              <p:cNvSpPr txBox="1">
                <a:spLocks noChangeArrowheads="1"/>
              </p:cNvSpPr>
              <p:nvPr/>
            </p:nvSpPr>
            <p:spPr bwMode="auto">
              <a:xfrm>
                <a:off x="134368" y="1013025"/>
                <a:ext cx="8542782" cy="15045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Problem: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 Constant variance or/and normality assumption </a:t>
                </a: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sz="800" dirty="0">
                    <a:latin typeface="Helvetica Neue" charset="0"/>
                    <a:ea typeface="Helvetica Neue" charset="0"/>
                    <a:cs typeface="Helvetica Neue" charset="0"/>
                  </a:rPr>
                  <a:t/>
                </a:r>
                <a:br>
                  <a:rPr lang="en-US" altLang="en-US" sz="800" dirty="0">
                    <a:latin typeface="Helvetica Neue" charset="0"/>
                    <a:ea typeface="Helvetica Neue" charset="0"/>
                    <a:cs typeface="Helvetica Neue" charset="0"/>
                  </a:rPr>
                </a:b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Solution: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Transform the response variable from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to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lim>
                        <m:r>
                          <m:rPr>
                            <m:nor/>
                          </m:rPr>
                          <a:rPr lang="en-US" b="1" i="1" baseline="-30000">
                            <a:latin typeface="Cambria Math" panose="02040503050406030204" pitchFamily="18" charset="0"/>
                          </a:rPr>
                          <m:t>∗</m:t>
                        </m:r>
                      </m:lim>
                    </m:limUpp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via</a:t>
                </a:r>
              </a:p>
              <a:p>
                <a:pPr marL="1146175"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lim>
                          <m:r>
                            <m:rPr>
                              <m:nor/>
                            </m:rPr>
                            <a:rPr lang="en-US" b="1" i="1" baseline="-30000">
                              <a:latin typeface="Cambria Math" panose="02040503050406030204" pitchFamily="18" charset="0"/>
                            </a:rPr>
                            <m:t>∗</m:t>
                          </m:r>
                        </m:lim>
                      </m:limUpp>
                      <m:r>
                        <a:rPr lang="en-US" b="1" i="1" baseline="-30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sup>
                      </m:sSup>
                    </m:oMath>
                  </m:oMathPara>
                </a14:m>
                <a:endParaRPr lang="en-US" altLang="en-US" b="1" i="1" dirty="0">
                  <a:latin typeface="Cambria Math" panose="02040503050406030204" pitchFamily="18" charset="0"/>
                </a:endParaRPr>
              </a:p>
              <a:p>
                <a:pPr marL="1146175" eaLnBrk="1" hangingPunct="1">
                  <a:spcBef>
                    <a:spcPts val="6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the value of </a:t>
                </a:r>
                <a:r>
                  <a:rPr lang="en-US" altLang="en-US" i="1" dirty="0">
                    <a:latin typeface="Symbol" panose="05050102010706020507" pitchFamily="18" charset="2"/>
                  </a:rPr>
                  <a:t>l</a:t>
                </a:r>
                <a:r>
                  <a:rPr lang="en-US" altLang="en-US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depends on how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Var(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)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changes as </a:t>
                </a:r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x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changes.</a:t>
                </a:r>
              </a:p>
            </p:txBody>
          </p:sp>
        </mc:Choice>
        <mc:Fallback>
          <p:sp>
            <p:nvSpPr>
              <p:cNvPr id="10342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368" y="1013025"/>
                <a:ext cx="8542782" cy="1504514"/>
              </a:xfrm>
              <a:prstGeom prst="rect">
                <a:avLst/>
              </a:prstGeom>
              <a:blipFill>
                <a:blip r:embed="rId3"/>
                <a:stretch>
                  <a:fillRect l="-571" t="-2024" b="-56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545891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Normality Transformation</a:t>
            </a:r>
            <a:endParaRPr lang="en-US" sz="3600" dirty="0">
              <a:latin typeface="Vitesse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3B1BEC2-AF26-445F-8C44-81FA42D5A305}"/>
              </a:ext>
            </a:extLst>
          </p:cNvPr>
          <p:cNvGrpSpPr/>
          <p:nvPr/>
        </p:nvGrpSpPr>
        <p:grpSpPr>
          <a:xfrm>
            <a:off x="990600" y="2779445"/>
            <a:ext cx="5108787" cy="2002105"/>
            <a:chOff x="1331806" y="2678268"/>
            <a:chExt cx="5108787" cy="200210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D70EA85-B82D-4C9F-8A92-7ECA1E4F85AB}"/>
                </a:ext>
              </a:extLst>
            </p:cNvPr>
            <p:cNvGrpSpPr/>
            <p:nvPr/>
          </p:nvGrpSpPr>
          <p:grpSpPr>
            <a:xfrm>
              <a:off x="1447800" y="2724150"/>
              <a:ext cx="4953000" cy="1891038"/>
              <a:chOff x="1447800" y="2724150"/>
              <a:chExt cx="4953000" cy="1891038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03428" name="Object 4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83909738"/>
                      </p:ext>
                    </p:extLst>
                  </p:nvPr>
                </p:nvGraphicFramePr>
                <p:xfrm>
                  <a:off x="1447800" y="2752250"/>
                  <a:ext cx="2720975" cy="18288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4120" name="Equation" r:id="rId4" imgW="1548728" imgH="1040948" progId="Equation.3">
                          <p:embed/>
                        </p:oleObj>
                      </mc:Choice>
                      <mc:Fallback>
                        <p:oleObj name="Equation" r:id="rId4" imgW="1548728" imgH="1040948" progId="Equation.3">
                          <p:embed/>
                          <p:pic>
                            <p:nvPicPr>
                              <p:cNvPr id="103428" name="Object 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447800" y="2752250"/>
                                <a:ext cx="2720975" cy="182880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>
                                          <a:alpha val="74997"/>
                                        </a:srgb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03428" name="Object 4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83909738"/>
                      </p:ext>
                    </p:extLst>
                  </p:nvPr>
                </p:nvGraphicFramePr>
                <p:xfrm>
                  <a:off x="1447800" y="2752250"/>
                  <a:ext cx="2720975" cy="18288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4098" name="Equation" r:id="rId6" imgW="1548728" imgH="1040948" progId="Equation.3">
                          <p:embed/>
                        </p:oleObj>
                      </mc:Choice>
                      <mc:Fallback>
                        <p:oleObj name="Equation" r:id="rId6" imgW="1548728" imgH="1040948" progId="Equation.3">
                          <p:embed/>
                          <p:pic>
                            <p:nvPicPr>
                              <p:cNvPr id="103428" name="Object 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447800" y="2752250"/>
                                <a:ext cx="2720975" cy="182880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>
                                          <a:alpha val="74997"/>
                                        </a:srgb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03429" name="Text Box 5"/>
              <p:cNvSpPr txBox="1">
                <a:spLocks noChangeArrowheads="1"/>
              </p:cNvSpPr>
              <p:nvPr/>
            </p:nvSpPr>
            <p:spPr bwMode="auto">
              <a:xfrm>
                <a:off x="4533900" y="2724150"/>
                <a:ext cx="18669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(don’t transform)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430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33900" y="3623787"/>
                    <a:ext cx="1257300" cy="4213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14:m>
                      <m:oMath xmlns:m="http://schemas.openxmlformats.org/officeDocument/2006/math">
                        <m:limUpp>
                          <m:limUp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en-US" b="1" i="1" baseline="-300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lim>
                        </m:limUpp>
                      </m:oMath>
                    </a14:m>
                    <a: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a:t> = ln(</a:t>
                    </a:r>
                    <a14:m>
                      <m:oMath xmlns:m="http://schemas.openxmlformats.org/officeDocument/2006/math"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a14:m>
                    <a: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103430" name="Text 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33900" y="3623787"/>
                    <a:ext cx="1257300" cy="42139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1739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 Box 6">
                    <a:extLst>
                      <a:ext uri="{FF2B5EF4-FFF2-40B4-BE49-F238E27FC236}">
                        <a16:creationId xmlns:a16="http://schemas.microsoft.com/office/drawing/2014/main" id="{80474827-8903-4B31-98B6-714FE93988C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33900" y="3172913"/>
                    <a:ext cx="952500" cy="4213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14:m>
                      <m:oMath xmlns:m="http://schemas.openxmlformats.org/officeDocument/2006/math">
                        <m:limUpp>
                          <m:limUp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en-US" b="1" i="1" baseline="-300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lim>
                        </m:limUpp>
                        <m:r>
                          <a:rPr lang="en-US" b="1" i="1" baseline="-30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b="1" dirty="0"/>
                      <a:t> </a:t>
                    </a:r>
                    <a14:m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rad>
                      </m:oMath>
                    </a14:m>
                    <a:endParaRPr lang="en-US" altLang="en-US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Helvetica Neue" charset="0"/>
                    </a:endParaRPr>
                  </a:p>
                </p:txBody>
              </p:sp>
            </mc:Choice>
            <mc:Fallback xmlns="">
              <p:sp>
                <p:nvSpPr>
                  <p:cNvPr id="8" name="Text Box 6">
                    <a:extLst>
                      <a:ext uri="{FF2B5EF4-FFF2-40B4-BE49-F238E27FC236}">
                        <a16:creationId xmlns:a16="http://schemas.microsoft.com/office/drawing/2014/main" id="{80474827-8903-4B31-98B6-714FE93988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33900" y="3172913"/>
                    <a:ext cx="952500" cy="42139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5797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 Box 6">
                    <a:extLst>
                      <a:ext uri="{FF2B5EF4-FFF2-40B4-BE49-F238E27FC236}">
                        <a16:creationId xmlns:a16="http://schemas.microsoft.com/office/drawing/2014/main" id="{0110121D-C322-4AB9-A89F-83B4B7B958F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33900" y="4095750"/>
                    <a:ext cx="800100" cy="519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defTabSz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14:m>
                      <m:oMath xmlns:m="http://schemas.openxmlformats.org/officeDocument/2006/math">
                        <m:limUpp>
                          <m:limUp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en-US" b="1" i="1" baseline="-300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lim>
                        </m:limUpp>
                      </m:oMath>
                    </a14:m>
                    <a: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a:t> = </a:t>
                    </a:r>
                    <a14:m>
                      <m:oMath xmlns:m="http://schemas.openxmlformats.org/officeDocument/2006/math">
                        <m:box>
                          <m:box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den>
                            </m:f>
                          </m:e>
                        </m:box>
                      </m:oMath>
                    </a14:m>
                    <a:endParaRPr lang="en-US" altLang="en-US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Helvetica Neue" charset="0"/>
                    </a:endParaRPr>
                  </a:p>
                </p:txBody>
              </p:sp>
            </mc:Choice>
            <mc:Fallback xmlns="">
              <p:sp>
                <p:nvSpPr>
                  <p:cNvPr id="9" name="Text Box 6">
                    <a:extLst>
                      <a:ext uri="{FF2B5EF4-FFF2-40B4-BE49-F238E27FC236}">
                        <a16:creationId xmlns:a16="http://schemas.microsoft.com/office/drawing/2014/main" id="{0110121D-C322-4AB9-A89F-83B4B7B958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33900" y="4095750"/>
                    <a:ext cx="800100" cy="51943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326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B4A274-98F9-439F-9DD5-6921FAC22460}"/>
                </a:ext>
              </a:extLst>
            </p:cNvPr>
            <p:cNvSpPr/>
            <p:nvPr/>
          </p:nvSpPr>
          <p:spPr>
            <a:xfrm>
              <a:off x="1331806" y="2678268"/>
              <a:ext cx="5108787" cy="2002105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52400" y="1006275"/>
            <a:ext cx="8382000" cy="338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data point far from the majority of the data (in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and/or any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 may be called an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outlier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especially if it does not follow the general trend of the rest of the data. </a:t>
            </a:r>
          </a:p>
          <a:p>
            <a:endParaRPr lang="en-US" altLang="en-US" sz="8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47663" indent="-347663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 points that are far from the means of the </a:t>
            </a:r>
            <a:r>
              <a:rPr lang="en-US" altLang="en-US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ja-JP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</a:t>
            </a:r>
            <a:r>
              <a:rPr lang="en-US" altLang="ja-JP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or near the edge of the observation space are called </a:t>
            </a:r>
            <a:r>
              <a:rPr lang="en-US" altLang="ja-JP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leverage points</a:t>
            </a:r>
            <a:r>
              <a:rPr lang="en-US" altLang="ja-JP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  <a:endParaRPr lang="en-US" altLang="en-US" sz="8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47663" indent="-347663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data point that is far from the means of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and/or an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is called an </a:t>
            </a:r>
            <a:r>
              <a:rPr lang="en-US" alt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influential point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if it influences the fit of the regression.</a:t>
            </a:r>
          </a:p>
          <a:p>
            <a:pPr marL="347663" indent="-347663">
              <a:buFont typeface="Arial" panose="020B0604020202020204" pitchFamily="34" charset="0"/>
              <a:buChar char="•"/>
            </a:pPr>
            <a:r>
              <a:rPr lang="en-US" altLang="en-US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Excluding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 leverage point may or may not </a:t>
            </a:r>
            <a:r>
              <a:rPr lang="en-US" altLang="ja-JP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regression fit significantly, thus a leverage point may or may not be an influential point.</a:t>
            </a:r>
          </a:p>
          <a:p>
            <a:endParaRPr lang="en-US" altLang="en-US" sz="8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altLang="en-US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upshot: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Sometimes there are good reasons to exclude subsets of data (e.g., errors in data entry or experimental errors). Sometimes an outlier belongs in the data. Outliers should always be examined.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99" y="251529"/>
            <a:ext cx="8562392" cy="64382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Outliers in Regression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2400" y="1036175"/>
                <a:ext cx="4876800" cy="3828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Cook’s Distance:</a:t>
                </a: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8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the fitted values from the model fitted </a:t>
                </a:r>
                <a:r>
                  <a:rPr lang="en-US" sz="1600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without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the </a:t>
                </a:r>
                <a:r>
                  <a:rPr lang="en-US" sz="1600" i="1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</a:t>
                </a:r>
                <a:r>
                  <a:rPr lang="en-US" sz="1600" i="1" baseline="30000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observation (i.e., excluding the </a:t>
                </a:r>
                <a:r>
                  <a:rPr lang="en-US" sz="1600" i="1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</a:t>
                </a:r>
                <a:r>
                  <a:rPr lang="en-US" sz="1600" i="1" baseline="30000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observation from the data)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the fitted values from the model fitted </a:t>
                </a:r>
                <a:r>
                  <a:rPr lang="en-US" sz="1600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with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the </a:t>
                </a:r>
                <a:r>
                  <a:rPr lang="en-US" sz="1600" i="1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</a:t>
                </a:r>
                <a:r>
                  <a:rPr lang="en-US" sz="1600" i="1" baseline="30000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observation (i.e., including all observations).</a:t>
                </a:r>
              </a:p>
              <a:p>
                <a:endParaRPr lang="en-US" sz="8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Cook’s Distance measures how much the estimated parameter values in the regression model change when the </a:t>
                </a:r>
                <a:r>
                  <a:rPr lang="en-US" sz="1600" b="1" i="1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i</a:t>
                </a:r>
                <a:r>
                  <a:rPr lang="en-US" sz="1600" b="1" i="1" baseline="300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th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observation is removed. </a:t>
                </a:r>
              </a:p>
              <a:p>
                <a:endParaRPr lang="en-US" sz="8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Rule of Thumb:</a:t>
                </a:r>
                <a:r>
                  <a:rPr lang="en-US" sz="1600" b="1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4/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600" dirty="0">
                    <a:latin typeface="Helvetica Neue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1600" dirty="0">
                    <a:latin typeface="Helvetica Neue"/>
                    <a:cs typeface="Times New Roman" panose="02020603050405020304" pitchFamily="18" charset="0"/>
                  </a:rPr>
                  <a:t>, </a:t>
                </a:r>
                <a:r>
                  <a:rPr lang="en-US" sz="1600" dirty="0">
                    <a:latin typeface="Helvetica Neue" charset="0"/>
                    <a:cs typeface="Times New Roman" panose="02020603050405020304" pitchFamily="18" charset="0"/>
                  </a:rPr>
                  <a:t>OR</a:t>
                </a:r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any “large”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should be investigated.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036175"/>
                <a:ext cx="4876800" cy="3828356"/>
              </a:xfrm>
              <a:prstGeom prst="rect">
                <a:avLst/>
              </a:prstGeom>
              <a:blipFill>
                <a:blip r:embed="rId3"/>
                <a:stretch>
                  <a:fillRect l="-625" t="-478" r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 bwMode="auto">
              <a:xfrm>
                <a:off x="1981200" y="929813"/>
                <a:ext cx="2924175" cy="639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n-US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929813"/>
                <a:ext cx="2924175" cy="639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500" y="251529"/>
            <a:ext cx="8562392" cy="64382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Checking for Outliers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195647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880ECC-7DFB-4D9F-AF08-A3E0E71CA6B2}"/>
              </a:ext>
            </a:extLst>
          </p:cNvPr>
          <p:cNvSpPr txBox="1"/>
          <p:nvPr/>
        </p:nvSpPr>
        <p:spPr>
          <a:xfrm>
            <a:off x="1981200" y="1200150"/>
            <a:ext cx="6248400" cy="18288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>
              <a:lnSpc>
                <a:spcPts val="1200"/>
              </a:lnSpc>
            </a:pPr>
            <a:endParaRPr lang="en-US" sz="1200" dirty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FE67C-C279-41CA-865B-E6A3471CE7C8}"/>
              </a:ext>
            </a:extLst>
          </p:cNvPr>
          <p:cNvSpPr txBox="1"/>
          <p:nvPr/>
        </p:nvSpPr>
        <p:spPr>
          <a:xfrm>
            <a:off x="5943600" y="407988"/>
            <a:ext cx="3276600" cy="1096962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71450" indent="-171450" algn="l">
              <a:lnSpc>
                <a:spcPts val="12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69E5B-B0D5-4360-91BF-D3AE830AD041}"/>
              </a:ext>
            </a:extLst>
          </p:cNvPr>
          <p:cNvSpPr txBox="1"/>
          <p:nvPr/>
        </p:nvSpPr>
        <p:spPr>
          <a:xfrm>
            <a:off x="5486400" y="1289455"/>
            <a:ext cx="3328341" cy="2585323"/>
          </a:xfrm>
          <a:prstGeom prst="rect">
            <a:avLst/>
          </a:prstGeom>
          <a:noFill/>
          <a:ln w="22225">
            <a:solidFill>
              <a:schemeClr val="tx2"/>
            </a:solidFill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  <a:cs typeface="Helvetica"/>
              </a:rPr>
              <a:t>Outliers: are those few observations with much larger Cook’s distance than the rest of observations;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 Neue"/>
                <a:cs typeface="Helvetica"/>
              </a:rPr>
              <a:t>If a large number of outliers, then they probably point to a heavy tailed distribution rather than truly extreme values.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52400" y="1036175"/>
                <a:ext cx="4876800" cy="3828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Cook’s Distance:</a:t>
                </a: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8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the fitted values from the model fitted </a:t>
                </a:r>
                <a:r>
                  <a:rPr lang="en-US" sz="1600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without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the </a:t>
                </a:r>
                <a:r>
                  <a:rPr lang="en-US" sz="1600" i="1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</a:t>
                </a:r>
                <a:r>
                  <a:rPr lang="en-US" sz="1600" i="1" baseline="30000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observation (i.e., excluding the </a:t>
                </a:r>
                <a:r>
                  <a:rPr lang="en-US" sz="1600" i="1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</a:t>
                </a:r>
                <a:r>
                  <a:rPr lang="en-US" sz="1600" i="1" baseline="30000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observation from the data)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the fitted values from the model fitted </a:t>
                </a:r>
                <a:r>
                  <a:rPr lang="en-US" sz="1600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with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the </a:t>
                </a:r>
                <a:r>
                  <a:rPr lang="en-US" sz="1600" i="1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</a:t>
                </a:r>
                <a:r>
                  <a:rPr lang="en-US" sz="1600" i="1" baseline="30000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observation (i.e., including all observations).</a:t>
                </a:r>
              </a:p>
              <a:p>
                <a:endParaRPr lang="en-US" sz="8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Cook’s Distance measures how much the estimated parameter values in the regression model change when the </a:t>
                </a:r>
                <a:r>
                  <a:rPr lang="en-US" sz="1600" b="1" i="1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i</a:t>
                </a:r>
                <a:r>
                  <a:rPr lang="en-US" sz="1600" b="1" i="1" baseline="300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th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observation is removed. </a:t>
                </a:r>
              </a:p>
              <a:p>
                <a:endParaRPr lang="en-US" sz="8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Rule of Thumb:</a:t>
                </a:r>
                <a:r>
                  <a:rPr lang="en-US" sz="1600" b="1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4/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600" dirty="0">
                    <a:latin typeface="Helvetica Neue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1600" dirty="0">
                    <a:latin typeface="Helvetica Neue"/>
                    <a:cs typeface="Times New Roman" panose="02020603050405020304" pitchFamily="18" charset="0"/>
                  </a:rPr>
                  <a:t>, </a:t>
                </a:r>
                <a:r>
                  <a:rPr lang="en-US" sz="1600" dirty="0">
                    <a:latin typeface="Helvetica Neue" charset="0"/>
                    <a:cs typeface="Times New Roman" panose="02020603050405020304" pitchFamily="18" charset="0"/>
                  </a:rPr>
                  <a:t>OR</a:t>
                </a:r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any “large”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should be investigated.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036175"/>
                <a:ext cx="4876800" cy="3828356"/>
              </a:xfrm>
              <a:prstGeom prst="rect">
                <a:avLst/>
              </a:prstGeom>
              <a:blipFill>
                <a:blip r:embed="rId3"/>
                <a:stretch>
                  <a:fillRect l="-625" t="-478" r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"/>
              <p:cNvSpPr txBox="1"/>
              <p:nvPr/>
            </p:nvSpPr>
            <p:spPr bwMode="auto">
              <a:xfrm>
                <a:off x="1981200" y="929813"/>
                <a:ext cx="2924175" cy="639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n-US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929813"/>
                <a:ext cx="2924175" cy="639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2500" y="251529"/>
            <a:ext cx="8562392" cy="64382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Checking for Outliers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1440717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52813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68001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59060</TotalTime>
  <Words>797</Words>
  <Application>Microsoft Office PowerPoint</Application>
  <PresentationFormat>On-screen Show (16:9)</PresentationFormat>
  <Paragraphs>166</Paragraphs>
  <Slides>19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9" baseType="lpstr">
      <vt:lpstr>ＭＳ Ｐゴシック</vt:lpstr>
      <vt:lpstr>ＭＳ Ｐゴシック</vt:lpstr>
      <vt:lpstr>宋体</vt:lpstr>
      <vt:lpstr>Arial</vt:lpstr>
      <vt:lpstr>Calibri</vt:lpstr>
      <vt:lpstr>Cambria Math</vt:lpstr>
      <vt:lpstr>Helvetica</vt:lpstr>
      <vt:lpstr>Helvetica Neue</vt:lpstr>
      <vt:lpstr>KishoreFont Medium</vt:lpstr>
      <vt:lpstr>Symbol</vt:lpstr>
      <vt:lpstr>Times New Roman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Mtb Graph</vt:lpstr>
      <vt:lpstr>Equation</vt:lpstr>
      <vt:lpstr>PowerPoint Presentation</vt:lpstr>
      <vt:lpstr>PowerPoint Presentation</vt:lpstr>
      <vt:lpstr>Multiple Linear Regression: Model</vt:lpstr>
      <vt:lpstr>Properties of the Errors &amp; Residuals</vt:lpstr>
      <vt:lpstr>Properties of the Errors &amp; Residuals</vt:lpstr>
      <vt:lpstr>Residuals Analysis</vt:lpstr>
      <vt:lpstr>Residuals Analysis</vt:lpstr>
      <vt:lpstr>Residual Analysis: Linearity Assumption</vt:lpstr>
      <vt:lpstr>Residual Analysis: Constant Variance Assumption</vt:lpstr>
      <vt:lpstr>Residual Analysis: Independence Assumption</vt:lpstr>
      <vt:lpstr>Residual Analysis: Independence Assumption</vt:lpstr>
      <vt:lpstr>Checking the Assumption of Normality</vt:lpstr>
      <vt:lpstr>Residual Analysis: Normality Assumption</vt:lpstr>
      <vt:lpstr>Predicting Variable Transformation</vt:lpstr>
      <vt:lpstr>Normality Transformation</vt:lpstr>
      <vt:lpstr>Outliers in Regression</vt:lpstr>
      <vt:lpstr>Checking for Outliers</vt:lpstr>
      <vt:lpstr>Checking for Outliers</vt:lpstr>
      <vt:lpstr>PowerPoint Presentation</vt:lpstr>
    </vt:vector>
  </TitlesOfParts>
  <Company>GA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806</cp:revision>
  <dcterms:created xsi:type="dcterms:W3CDTF">2002-04-06T16:20:45Z</dcterms:created>
  <dcterms:modified xsi:type="dcterms:W3CDTF">2020-03-10T22:39:29Z</dcterms:modified>
</cp:coreProperties>
</file>