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  <p:sldMasterId id="2147484022" r:id="rId2"/>
    <p:sldMasterId id="2147484024" r:id="rId3"/>
  </p:sldMasterIdLst>
  <p:notesMasterIdLst>
    <p:notesMasterId r:id="rId12"/>
  </p:notesMasterIdLst>
  <p:handoutMasterIdLst>
    <p:handoutMasterId r:id="rId13"/>
  </p:handoutMasterIdLst>
  <p:sldIdLst>
    <p:sldId id="485" r:id="rId4"/>
    <p:sldId id="495" r:id="rId5"/>
    <p:sldId id="262" r:id="rId6"/>
    <p:sldId id="493" r:id="rId7"/>
    <p:sldId id="494" r:id="rId8"/>
    <p:sldId id="460" r:id="rId9"/>
    <p:sldId id="491" r:id="rId10"/>
    <p:sldId id="496" r:id="rId11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20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pos="34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F8E0A3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CD0D9-E0F9-415C-8F1C-DFA3DCD994FD}" v="427" dt="2019-12-29T08:41:11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89081"/>
  </p:normalViewPr>
  <p:slideViewPr>
    <p:cSldViewPr>
      <p:cViewPr varScale="1">
        <p:scale>
          <a:sx n="150" d="100"/>
          <a:sy n="150" d="100"/>
        </p:scale>
        <p:origin x="312" y="108"/>
      </p:cViewPr>
      <p:guideLst>
        <p:guide orient="horz" pos="1620"/>
        <p:guide pos="2880"/>
        <p:guide pos="144"/>
        <p:guide orient="horz" pos="420"/>
        <p:guide orient="horz" pos="804"/>
        <p:guide pos="384"/>
        <p:guide pos="3456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499CD0D9-E0F9-415C-8F1C-DFA3DCD994FD}"/>
    <pc:docChg chg="undo custSel addSld delSld modSld">
      <pc:chgData name="Richard Levine" userId="be0075ead24e3c6f" providerId="LiveId" clId="{499CD0D9-E0F9-415C-8F1C-DFA3DCD994FD}" dt="2019-12-29T08:41:11.866" v="849" actId="20577"/>
      <pc:docMkLst>
        <pc:docMk/>
      </pc:docMkLst>
      <pc:sldChg chg="addSp delSp modSp delAnim">
        <pc:chgData name="Richard Levine" userId="be0075ead24e3c6f" providerId="LiveId" clId="{499CD0D9-E0F9-415C-8F1C-DFA3DCD994FD}" dt="2019-12-29T01:59:10.020" v="726" actId="14100"/>
        <pc:sldMkLst>
          <pc:docMk/>
          <pc:sldMk cId="0" sldId="262"/>
        </pc:sldMkLst>
        <pc:spChg chg="mod">
          <ac:chgData name="Richard Levine" userId="be0075ead24e3c6f" providerId="LiveId" clId="{499CD0D9-E0F9-415C-8F1C-DFA3DCD994FD}" dt="2019-12-29T01:33:46.101" v="607" actId="103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Richard Levine" userId="be0075ead24e3c6f" providerId="LiveId" clId="{499CD0D9-E0F9-415C-8F1C-DFA3DCD994FD}" dt="2019-12-28T23:38:14.416" v="119" actId="478"/>
          <ac:spMkLst>
            <pc:docMk/>
            <pc:sldMk cId="0" sldId="262"/>
            <ac:spMk id="3" creationId="{D3E015F2-FF6B-467F-9F4A-4D6B9516E5F9}"/>
          </ac:spMkLst>
        </pc:spChg>
        <pc:spChg chg="add del mod topLvl">
          <ac:chgData name="Richard Levine" userId="be0075ead24e3c6f" providerId="LiveId" clId="{499CD0D9-E0F9-415C-8F1C-DFA3DCD994FD}" dt="2019-12-29T01:29:37.602" v="600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1:34:45.759" v="613" actId="1036"/>
          <ac:spMkLst>
            <pc:docMk/>
            <pc:sldMk cId="0" sldId="262"/>
            <ac:spMk id="5" creationId="{9F8D78D1-9B65-4812-82C9-AF3A26A7CE10}"/>
          </ac:spMkLst>
        </pc:spChg>
        <pc:spChg chg="add del mod">
          <ac:chgData name="Richard Levine" userId="be0075ead24e3c6f" providerId="LiveId" clId="{499CD0D9-E0F9-415C-8F1C-DFA3DCD994FD}" dt="2019-12-28T23:54:31.044" v="308"/>
          <ac:spMkLst>
            <pc:docMk/>
            <pc:sldMk cId="0" sldId="262"/>
            <ac:spMk id="6" creationId="{F4B233D6-3436-4A3B-9EC5-1F2E55A86D9B}"/>
          </ac:spMkLst>
        </pc:spChg>
        <pc:spChg chg="mod topLvl">
          <ac:chgData name="Richard Levine" userId="be0075ead24e3c6f" providerId="LiveId" clId="{499CD0D9-E0F9-415C-8F1C-DFA3DCD994FD}" dt="2019-12-29T01:59:10.020" v="726" actId="14100"/>
          <ac:spMkLst>
            <pc:docMk/>
            <pc:sldMk cId="0" sldId="262"/>
            <ac:spMk id="7" creationId="{1C2B2CEE-A3BD-4742-9F6E-C569874023DE}"/>
          </ac:spMkLst>
        </pc:spChg>
        <pc:spChg chg="add del mod topLvl">
          <ac:chgData name="Richard Levine" userId="be0075ead24e3c6f" providerId="LiveId" clId="{499CD0D9-E0F9-415C-8F1C-DFA3DCD994FD}" dt="2019-12-29T01:18:36.490" v="536" actId="478"/>
          <ac:spMkLst>
            <pc:docMk/>
            <pc:sldMk cId="0" sldId="262"/>
            <ac:spMk id="8" creationId="{00000000-0000-0000-0000-000000000000}"/>
          </ac:spMkLst>
        </pc:spChg>
        <pc:spChg chg="mod topLvl">
          <ac:chgData name="Richard Levine" userId="be0075ead24e3c6f" providerId="LiveId" clId="{499CD0D9-E0F9-415C-8F1C-DFA3DCD994FD}" dt="2019-12-29T01:49:35.928" v="711" actId="1036"/>
          <ac:spMkLst>
            <pc:docMk/>
            <pc:sldMk cId="0" sldId="262"/>
            <ac:spMk id="9" creationId="{95EF3B02-6EFF-472B-8CA8-3614B9995885}"/>
          </ac:spMkLst>
        </pc:spChg>
        <pc:spChg chg="del mod topLvl">
          <ac:chgData name="Richard Levine" userId="be0075ead24e3c6f" providerId="LiveId" clId="{499CD0D9-E0F9-415C-8F1C-DFA3DCD994FD}" dt="2019-12-28T23:58:36.997" v="346" actId="478"/>
          <ac:spMkLst>
            <pc:docMk/>
            <pc:sldMk cId="0" sldId="262"/>
            <ac:spMk id="10" creationId="{76E38142-E060-46B6-A8CF-0FA2A959D689}"/>
          </ac:spMkLst>
        </pc:spChg>
        <pc:spChg chg="add del mod topLvl">
          <ac:chgData name="Richard Levine" userId="be0075ead24e3c6f" providerId="LiveId" clId="{499CD0D9-E0F9-415C-8F1C-DFA3DCD994FD}" dt="2019-12-29T01:18:48.180" v="538" actId="478"/>
          <ac:spMkLst>
            <pc:docMk/>
            <pc:sldMk cId="0" sldId="262"/>
            <ac:spMk id="12" creationId="{BC95AA05-2AB5-473C-B59A-A0B667C9C59A}"/>
          </ac:spMkLst>
        </pc:spChg>
        <pc:spChg chg="del mod">
          <ac:chgData name="Richard Levine" userId="be0075ead24e3c6f" providerId="LiveId" clId="{499CD0D9-E0F9-415C-8F1C-DFA3DCD994FD}" dt="2019-12-29T01:34:26.164" v="611" actId="478"/>
          <ac:spMkLst>
            <pc:docMk/>
            <pc:sldMk cId="0" sldId="262"/>
            <ac:spMk id="14" creationId="{00000000-0000-0000-0000-000000000000}"/>
          </ac:spMkLst>
        </pc:spChg>
        <pc:spChg chg="add del mod">
          <ac:chgData name="Richard Levine" userId="be0075ead24e3c6f" providerId="LiveId" clId="{499CD0D9-E0F9-415C-8F1C-DFA3DCD994FD}" dt="2019-12-29T01:17:53.539" v="530" actId="478"/>
          <ac:spMkLst>
            <pc:docMk/>
            <pc:sldMk cId="0" sldId="262"/>
            <ac:spMk id="15" creationId="{2A9DEB80-2FD9-4D71-9ACD-CC2114B53B23}"/>
          </ac:spMkLst>
        </pc:spChg>
        <pc:spChg chg="add del mod">
          <ac:chgData name="Richard Levine" userId="be0075ead24e3c6f" providerId="LiveId" clId="{499CD0D9-E0F9-415C-8F1C-DFA3DCD994FD}" dt="2019-12-29T01:34:26.164" v="611" actId="478"/>
          <ac:spMkLst>
            <pc:docMk/>
            <pc:sldMk cId="0" sldId="262"/>
            <ac:spMk id="16" creationId="{524B29D2-0EE7-4160-8D71-FF61C2B840C5}"/>
          </ac:spMkLst>
        </pc:spChg>
        <pc:spChg chg="del mod topLvl">
          <ac:chgData name="Richard Levine" userId="be0075ead24e3c6f" providerId="LiveId" clId="{499CD0D9-E0F9-415C-8F1C-DFA3DCD994FD}" dt="2019-12-28T23:59:21.385" v="353" actId="478"/>
          <ac:spMkLst>
            <pc:docMk/>
            <pc:sldMk cId="0" sldId="262"/>
            <ac:spMk id="18" creationId="{9C24A808-D903-47B4-BCE4-EB6DB3BB7594}"/>
          </ac:spMkLst>
        </pc:spChg>
        <pc:spChg chg="add del mod">
          <ac:chgData name="Richard Levine" userId="be0075ead24e3c6f" providerId="LiveId" clId="{499CD0D9-E0F9-415C-8F1C-DFA3DCD994FD}" dt="2019-12-29T01:34:57.008" v="615" actId="1036"/>
          <ac:spMkLst>
            <pc:docMk/>
            <pc:sldMk cId="0" sldId="262"/>
            <ac:spMk id="19" creationId="{19BC4EF0-C265-4253-ABF8-95B5A3529230}"/>
          </ac:spMkLst>
        </pc:spChg>
        <pc:spChg chg="add del mod">
          <ac:chgData name="Richard Levine" userId="be0075ead24e3c6f" providerId="LiveId" clId="{499CD0D9-E0F9-415C-8F1C-DFA3DCD994FD}" dt="2019-12-28T23:59:54.672" v="355" actId="478"/>
          <ac:spMkLst>
            <pc:docMk/>
            <pc:sldMk cId="0" sldId="262"/>
            <ac:spMk id="20" creationId="{8AEE2CC6-3C26-4992-A281-900F326C6EA5}"/>
          </ac:spMkLst>
        </pc:spChg>
        <pc:spChg chg="add del mod">
          <ac:chgData name="Richard Levine" userId="be0075ead24e3c6f" providerId="LiveId" clId="{499CD0D9-E0F9-415C-8F1C-DFA3DCD994FD}" dt="2019-12-29T00:01:33.230" v="358" actId="478"/>
          <ac:spMkLst>
            <pc:docMk/>
            <pc:sldMk cId="0" sldId="262"/>
            <ac:spMk id="21" creationId="{5E452848-0339-449D-BFC1-96309D306486}"/>
          </ac:spMkLst>
        </pc:spChg>
        <pc:spChg chg="add mod">
          <ac:chgData name="Richard Levine" userId="be0075ead24e3c6f" providerId="LiveId" clId="{499CD0D9-E0F9-415C-8F1C-DFA3DCD994FD}" dt="2019-12-29T01:57:42.368" v="724" actId="1076"/>
          <ac:spMkLst>
            <pc:docMk/>
            <pc:sldMk cId="0" sldId="262"/>
            <ac:spMk id="22" creationId="{54DDC84D-8C3B-4CF5-90E1-BF17CE18B685}"/>
          </ac:spMkLst>
        </pc:spChg>
        <pc:spChg chg="add del">
          <ac:chgData name="Richard Levine" userId="be0075ead24e3c6f" providerId="LiveId" clId="{499CD0D9-E0F9-415C-8F1C-DFA3DCD994FD}" dt="2019-12-29T01:18:14.335" v="533" actId="478"/>
          <ac:spMkLst>
            <pc:docMk/>
            <pc:sldMk cId="0" sldId="262"/>
            <ac:spMk id="23" creationId="{FB6EE6F3-9AD9-4D89-836C-CA19D589B285}"/>
          </ac:spMkLst>
        </pc:spChg>
        <pc:spChg chg="add del mod">
          <ac:chgData name="Richard Levine" userId="be0075ead24e3c6f" providerId="LiveId" clId="{499CD0D9-E0F9-415C-8F1C-DFA3DCD994FD}" dt="2019-12-29T01:18:00.069" v="531" actId="478"/>
          <ac:spMkLst>
            <pc:docMk/>
            <pc:sldMk cId="0" sldId="262"/>
            <ac:spMk id="24" creationId="{4A931428-99CC-425C-8BD0-AFEC1F4E0506}"/>
          </ac:spMkLst>
        </pc:spChg>
        <pc:spChg chg="add del mod">
          <ac:chgData name="Richard Levine" userId="be0075ead24e3c6f" providerId="LiveId" clId="{499CD0D9-E0F9-415C-8F1C-DFA3DCD994FD}" dt="2019-12-29T01:34:26.164" v="611" actId="478"/>
          <ac:spMkLst>
            <pc:docMk/>
            <pc:sldMk cId="0" sldId="262"/>
            <ac:spMk id="25" creationId="{B7E18CC3-6B00-444E-9DB8-64878059AA9E}"/>
          </ac:spMkLst>
        </pc:spChg>
        <pc:spChg chg="mod">
          <ac:chgData name="Richard Levine" userId="be0075ead24e3c6f" providerId="LiveId" clId="{499CD0D9-E0F9-415C-8F1C-DFA3DCD994FD}" dt="2019-12-29T01:33:46.101" v="607" actId="1036"/>
          <ac:spMkLst>
            <pc:docMk/>
            <pc:sldMk cId="0" sldId="262"/>
            <ac:spMk id="36868" creationId="{00000000-0000-0000-0000-000000000000}"/>
          </ac:spMkLst>
        </pc:spChg>
        <pc:spChg chg="del mod">
          <ac:chgData name="Richard Levine" userId="be0075ead24e3c6f" providerId="LiveId" clId="{499CD0D9-E0F9-415C-8F1C-DFA3DCD994FD}" dt="2019-12-28T23:36:48.109" v="115" actId="478"/>
          <ac:spMkLst>
            <pc:docMk/>
            <pc:sldMk cId="0" sldId="262"/>
            <ac:spMk id="38918" creationId="{00000000-0000-0000-0000-000000000000}"/>
          </ac:spMkLst>
        </pc:spChg>
        <pc:grpChg chg="del mod topLvl">
          <ac:chgData name="Richard Levine" userId="be0075ead24e3c6f" providerId="LiveId" clId="{499CD0D9-E0F9-415C-8F1C-DFA3DCD994FD}" dt="2019-12-28T23:57:31.732" v="319" actId="165"/>
          <ac:grpSpMkLst>
            <pc:docMk/>
            <pc:sldMk cId="0" sldId="262"/>
            <ac:grpSpMk id="11" creationId="{8B6AE797-C33E-4EFE-A46D-A65BB3EC612A}"/>
          </ac:grpSpMkLst>
        </pc:grpChg>
        <pc:grpChg chg="del mod">
          <ac:chgData name="Richard Levine" userId="be0075ead24e3c6f" providerId="LiveId" clId="{499CD0D9-E0F9-415C-8F1C-DFA3DCD994FD}" dt="2019-12-28T23:55:24.166" v="310" actId="165"/>
          <ac:grpSpMkLst>
            <pc:docMk/>
            <pc:sldMk cId="0" sldId="262"/>
            <ac:grpSpMk id="13" creationId="{D0D121BF-53EC-495F-A27D-54D6E25289C2}"/>
          </ac:grpSpMkLst>
        </pc:grpChg>
      </pc:sldChg>
      <pc:sldChg chg="modSp">
        <pc:chgData name="Richard Levine" userId="be0075ead24e3c6f" providerId="LiveId" clId="{499CD0D9-E0F9-415C-8F1C-DFA3DCD994FD}" dt="2019-12-29T02:30:02.444" v="827" actId="20577"/>
        <pc:sldMkLst>
          <pc:docMk/>
          <pc:sldMk cId="2862868000" sldId="460"/>
        </pc:sldMkLst>
        <pc:spChg chg="mod">
          <ac:chgData name="Richard Levine" userId="be0075ead24e3c6f" providerId="LiveId" clId="{499CD0D9-E0F9-415C-8F1C-DFA3DCD994FD}" dt="2019-12-29T02:26:22.539" v="795" actId="2711"/>
          <ac:spMkLst>
            <pc:docMk/>
            <pc:sldMk cId="2862868000" sldId="460"/>
            <ac:spMk id="3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28:08.038" v="799" actId="14100"/>
          <ac:spMkLst>
            <pc:docMk/>
            <pc:sldMk cId="2862868000" sldId="460"/>
            <ac:spMk id="5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29:09.757" v="826" actId="1037"/>
          <ac:spMkLst>
            <pc:docMk/>
            <pc:sldMk cId="2862868000" sldId="460"/>
            <ac:spMk id="11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0:02.444" v="827" actId="20577"/>
          <ac:spMkLst>
            <pc:docMk/>
            <pc:sldMk cId="2862868000" sldId="460"/>
            <ac:spMk id="13" creationId="{00000000-0000-0000-0000-000000000000}"/>
          </ac:spMkLst>
        </pc:spChg>
        <pc:cxnChg chg="mod">
          <ac:chgData name="Richard Levine" userId="be0075ead24e3c6f" providerId="LiveId" clId="{499CD0D9-E0F9-415C-8F1C-DFA3DCD994FD}" dt="2019-12-29T02:28:36.829" v="819" actId="1037"/>
          <ac:cxnSpMkLst>
            <pc:docMk/>
            <pc:sldMk cId="2862868000" sldId="460"/>
            <ac:cxnSpMk id="6" creationId="{00000000-0000-0000-0000-000000000000}"/>
          </ac:cxnSpMkLst>
        </pc:cxnChg>
      </pc:sldChg>
      <pc:sldChg chg="del">
        <pc:chgData name="Richard Levine" userId="be0075ead24e3c6f" providerId="LiveId" clId="{499CD0D9-E0F9-415C-8F1C-DFA3DCD994FD}" dt="2019-12-29T02:19:41.710" v="765" actId="2696"/>
        <pc:sldMkLst>
          <pc:docMk/>
          <pc:sldMk cId="2534345986" sldId="490"/>
        </pc:sldMkLst>
      </pc:sldChg>
      <pc:sldChg chg="modSp">
        <pc:chgData name="Richard Levine" userId="be0075ead24e3c6f" providerId="LiveId" clId="{499CD0D9-E0F9-415C-8F1C-DFA3DCD994FD}" dt="2019-12-29T02:34:43.507" v="848" actId="1037"/>
        <pc:sldMkLst>
          <pc:docMk/>
          <pc:sldMk cId="3982904338" sldId="491"/>
        </pc:sldMkLst>
        <pc:spChg chg="mod">
          <ac:chgData name="Richard Levine" userId="be0075ead24e3c6f" providerId="LiveId" clId="{499CD0D9-E0F9-415C-8F1C-DFA3DCD994FD}" dt="2019-12-29T02:30:37.631" v="828" actId="2711"/>
          <ac:spMkLst>
            <pc:docMk/>
            <pc:sldMk cId="3982904338" sldId="491"/>
            <ac:spMk id="4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3:15.118" v="840" actId="1037"/>
          <ac:spMkLst>
            <pc:docMk/>
            <pc:sldMk cId="3982904338" sldId="491"/>
            <ac:spMk id="5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1:06.117" v="829" actId="2711"/>
          <ac:spMkLst>
            <pc:docMk/>
            <pc:sldMk cId="3982904338" sldId="491"/>
            <ac:spMk id="7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3:29.570" v="841" actId="1035"/>
          <ac:spMkLst>
            <pc:docMk/>
            <pc:sldMk cId="3982904338" sldId="491"/>
            <ac:spMk id="8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4:04.100" v="842" actId="14100"/>
          <ac:spMkLst>
            <pc:docMk/>
            <pc:sldMk cId="3982904338" sldId="491"/>
            <ac:spMk id="9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2:34:43.507" v="848" actId="1037"/>
          <ac:spMkLst>
            <pc:docMk/>
            <pc:sldMk cId="3982904338" sldId="491"/>
            <ac:spMk id="21" creationId="{00000000-0000-0000-0000-000000000000}"/>
          </ac:spMkLst>
        </pc:spChg>
        <pc:cxnChg chg="mod">
          <ac:chgData name="Richard Levine" userId="be0075ead24e3c6f" providerId="LiveId" clId="{499CD0D9-E0F9-415C-8F1C-DFA3DCD994FD}" dt="2019-12-29T02:33:01.477" v="839" actId="692"/>
          <ac:cxnSpMkLst>
            <pc:docMk/>
            <pc:sldMk cId="3982904338" sldId="491"/>
            <ac:cxnSpMk id="17" creationId="{00000000-0000-0000-0000-000000000000}"/>
          </ac:cxnSpMkLst>
        </pc:cxnChg>
        <pc:cxnChg chg="mod">
          <ac:chgData name="Richard Levine" userId="be0075ead24e3c6f" providerId="LiveId" clId="{499CD0D9-E0F9-415C-8F1C-DFA3DCD994FD}" dt="2019-12-29T02:33:01.477" v="839" actId="692"/>
          <ac:cxnSpMkLst>
            <pc:docMk/>
            <pc:sldMk cId="3982904338" sldId="491"/>
            <ac:cxnSpMk id="22" creationId="{00000000-0000-0000-0000-000000000000}"/>
          </ac:cxnSpMkLst>
        </pc:cxnChg>
      </pc:sldChg>
      <pc:sldChg chg="add del">
        <pc:chgData name="Richard Levine" userId="be0075ead24e3c6f" providerId="LiveId" clId="{499CD0D9-E0F9-415C-8F1C-DFA3DCD994FD}" dt="2019-12-29T02:15:09.810" v="744" actId="2696"/>
        <pc:sldMkLst>
          <pc:docMk/>
          <pc:sldMk cId="161739843" sldId="492"/>
        </pc:sldMkLst>
      </pc:sldChg>
      <pc:sldChg chg="add del">
        <pc:chgData name="Richard Levine" userId="be0075ead24e3c6f" providerId="LiveId" clId="{499CD0D9-E0F9-415C-8F1C-DFA3DCD994FD}" dt="2019-12-28T23:36:14.793" v="113"/>
        <pc:sldMkLst>
          <pc:docMk/>
          <pc:sldMk cId="2194887450" sldId="492"/>
        </pc:sldMkLst>
      </pc:sldChg>
      <pc:sldChg chg="delSp modSp add">
        <pc:chgData name="Richard Levine" userId="be0075ead24e3c6f" providerId="LiveId" clId="{499CD0D9-E0F9-415C-8F1C-DFA3DCD994FD}" dt="2019-12-29T08:41:11.866" v="849" actId="20577"/>
        <pc:sldMkLst>
          <pc:docMk/>
          <pc:sldMk cId="2417895498" sldId="493"/>
        </pc:sldMkLst>
        <pc:spChg chg="mod">
          <ac:chgData name="Richard Levine" userId="be0075ead24e3c6f" providerId="LiveId" clId="{499CD0D9-E0F9-415C-8F1C-DFA3DCD994FD}" dt="2019-12-29T01:34:02.165" v="610" actId="1036"/>
          <ac:spMkLst>
            <pc:docMk/>
            <pc:sldMk cId="2417895498" sldId="493"/>
            <ac:spMk id="2" creationId="{00000000-0000-0000-0000-000000000000}"/>
          </ac:spMkLst>
        </pc:spChg>
        <pc:spChg chg="del mod">
          <ac:chgData name="Richard Levine" userId="be0075ead24e3c6f" providerId="LiveId" clId="{499CD0D9-E0F9-415C-8F1C-DFA3DCD994FD}" dt="2019-12-29T01:37:45.621" v="624" actId="478"/>
          <ac:spMkLst>
            <pc:docMk/>
            <pc:sldMk cId="2417895498" sldId="493"/>
            <ac:spMk id="5" creationId="{9F8D78D1-9B65-4812-82C9-AF3A26A7CE10}"/>
          </ac:spMkLst>
        </pc:spChg>
        <pc:spChg chg="del mod">
          <ac:chgData name="Richard Levine" userId="be0075ead24e3c6f" providerId="LiveId" clId="{499CD0D9-E0F9-415C-8F1C-DFA3DCD994FD}" dt="2019-12-29T01:37:56.683" v="626" actId="478"/>
          <ac:spMkLst>
            <pc:docMk/>
            <pc:sldMk cId="2417895498" sldId="493"/>
            <ac:spMk id="7" creationId="{1C2B2CEE-A3BD-4742-9F6E-C569874023DE}"/>
          </ac:spMkLst>
        </pc:spChg>
        <pc:spChg chg="del mod">
          <ac:chgData name="Richard Levine" userId="be0075ead24e3c6f" providerId="LiveId" clId="{499CD0D9-E0F9-415C-8F1C-DFA3DCD994FD}" dt="2019-12-29T01:37:52.136" v="625" actId="478"/>
          <ac:spMkLst>
            <pc:docMk/>
            <pc:sldMk cId="2417895498" sldId="493"/>
            <ac:spMk id="9" creationId="{95EF3B02-6EFF-472B-8CA8-3614B9995885}"/>
          </ac:spMkLst>
        </pc:spChg>
        <pc:spChg chg="mod">
          <ac:chgData name="Richard Levine" userId="be0075ead24e3c6f" providerId="LiveId" clId="{499CD0D9-E0F9-415C-8F1C-DFA3DCD994FD}" dt="2019-12-29T02:11:44.977" v="743" actId="1035"/>
          <ac:spMkLst>
            <pc:docMk/>
            <pc:sldMk cId="2417895498" sldId="493"/>
            <ac:spMk id="14" creationId="{00000000-0000-0000-0000-000000000000}"/>
          </ac:spMkLst>
        </pc:spChg>
        <pc:spChg chg="mod">
          <ac:chgData name="Richard Levine" userId="be0075ead24e3c6f" providerId="LiveId" clId="{499CD0D9-E0F9-415C-8F1C-DFA3DCD994FD}" dt="2019-12-29T08:41:11.866" v="849" actId="20577"/>
          <ac:spMkLst>
            <pc:docMk/>
            <pc:sldMk cId="2417895498" sldId="493"/>
            <ac:spMk id="16" creationId="{524B29D2-0EE7-4160-8D71-FF61C2B840C5}"/>
          </ac:spMkLst>
        </pc:spChg>
        <pc:spChg chg="del mod">
          <ac:chgData name="Richard Levine" userId="be0075ead24e3c6f" providerId="LiveId" clId="{499CD0D9-E0F9-415C-8F1C-DFA3DCD994FD}" dt="2019-12-29T01:37:45.621" v="624" actId="478"/>
          <ac:spMkLst>
            <pc:docMk/>
            <pc:sldMk cId="2417895498" sldId="493"/>
            <ac:spMk id="19" creationId="{19BC4EF0-C265-4253-ABF8-95B5A3529230}"/>
          </ac:spMkLst>
        </pc:spChg>
        <pc:spChg chg="del mod">
          <ac:chgData name="Richard Levine" userId="be0075ead24e3c6f" providerId="LiveId" clId="{499CD0D9-E0F9-415C-8F1C-DFA3DCD994FD}" dt="2019-12-29T01:38:40.710" v="629" actId="478"/>
          <ac:spMkLst>
            <pc:docMk/>
            <pc:sldMk cId="2417895498" sldId="493"/>
            <ac:spMk id="22" creationId="{54DDC84D-8C3B-4CF5-90E1-BF17CE18B685}"/>
          </ac:spMkLst>
        </pc:spChg>
        <pc:spChg chg="mod">
          <ac:chgData name="Richard Levine" userId="be0075ead24e3c6f" providerId="LiveId" clId="{499CD0D9-E0F9-415C-8F1C-DFA3DCD994FD}" dt="2019-12-29T02:11:44.977" v="743" actId="1035"/>
          <ac:spMkLst>
            <pc:docMk/>
            <pc:sldMk cId="2417895498" sldId="493"/>
            <ac:spMk id="25" creationId="{B7E18CC3-6B00-444E-9DB8-64878059AA9E}"/>
          </ac:spMkLst>
        </pc:spChg>
        <pc:spChg chg="del mod">
          <ac:chgData name="Richard Levine" userId="be0075ead24e3c6f" providerId="LiveId" clId="{499CD0D9-E0F9-415C-8F1C-DFA3DCD994FD}" dt="2019-12-29T01:37:45.621" v="624" actId="478"/>
          <ac:spMkLst>
            <pc:docMk/>
            <pc:sldMk cId="2417895498" sldId="493"/>
            <ac:spMk id="36868" creationId="{00000000-0000-0000-0000-000000000000}"/>
          </ac:spMkLst>
        </pc:spChg>
      </pc:sldChg>
      <pc:sldChg chg="addSp modSp add modAnim">
        <pc:chgData name="Richard Levine" userId="be0075ead24e3c6f" providerId="LiveId" clId="{499CD0D9-E0F9-415C-8F1C-DFA3DCD994FD}" dt="2019-12-29T02:19:12.650" v="764" actId="114"/>
        <pc:sldMkLst>
          <pc:docMk/>
          <pc:sldMk cId="1669044317" sldId="494"/>
        </pc:sldMkLst>
        <pc:spChg chg="add mod">
          <ac:chgData name="Richard Levine" userId="be0075ead24e3c6f" providerId="LiveId" clId="{499CD0D9-E0F9-415C-8F1C-DFA3DCD994FD}" dt="2019-12-29T02:19:12.650" v="764" actId="114"/>
          <ac:spMkLst>
            <pc:docMk/>
            <pc:sldMk cId="1669044317" sldId="494"/>
            <ac:spMk id="6" creationId="{32535C8C-3213-4420-9576-6A2C19069FC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2/26/2020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Why n-p-1?  Examination question.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F14B6E9-90BF-4EC0-8F69-169F3293C0B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52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F14B6E9-90BF-4EC0-8F69-169F3293C0B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103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F14B6E9-90BF-4EC0-8F69-169F3293C0B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3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705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335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91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62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83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4182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85573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965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0792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5752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5362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2525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0776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3" r:id="rId6"/>
    <p:sldLayoutId id="2147484031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8900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736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88468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08550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8340"/>
            <a:ext cx="4305091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Regression Parameter Estimation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385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68473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868" name="Text Box 3"/>
              <p:cNvSpPr txBox="1">
                <a:spLocks noChangeArrowheads="1"/>
              </p:cNvSpPr>
              <p:nvPr/>
            </p:nvSpPr>
            <p:spPr bwMode="auto">
              <a:xfrm>
                <a:off x="152400" y="987683"/>
                <a:ext cx="8431862" cy="41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estimate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find values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that minimize squared error:</a:t>
                </a:r>
              </a:p>
            </p:txBody>
          </p:sp>
        </mc:Choice>
        <mc:Fallback xmlns="">
          <p:sp>
            <p:nvSpPr>
              <p:cNvPr id="3686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987683"/>
                <a:ext cx="8431862" cy="412100"/>
              </a:xfrm>
              <a:prstGeom prst="rect">
                <a:avLst/>
              </a:prstGeom>
              <a:blipFill>
                <a:blip r:embed="rId3"/>
                <a:stretch>
                  <a:fillRect l="-578" t="-5882" b="-161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24408" y="133351"/>
                <a:ext cx="8562392" cy="688010"/>
              </a:xfrm>
            </p:spPr>
            <p:txBody>
              <a:bodyPr/>
              <a:lstStyle/>
              <a:p>
                <a:r>
                  <a:rPr lang="en-US" altLang="zh-CN" sz="3600" dirty="0">
                    <a:latin typeface="Vitesse"/>
                  </a:rPr>
                  <a:t>Parameter Estimation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36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sz="36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latin typeface="Vitesse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4408" y="133351"/>
                <a:ext cx="8562392" cy="688010"/>
              </a:xfrm>
              <a:blipFill>
                <a:blip r:embed="rId4"/>
                <a:stretch>
                  <a:fillRect l="-2135" t="-9735" b="-30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F8D78D1-9B65-4812-82C9-AF3A26A7CE10}"/>
                  </a:ext>
                </a:extLst>
              </p:cNvPr>
              <p:cNvSpPr/>
              <p:nvPr/>
            </p:nvSpPr>
            <p:spPr>
              <a:xfrm>
                <a:off x="426388" y="1466231"/>
                <a:ext cx="8336612" cy="636585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+...+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F8D78D1-9B65-4812-82C9-AF3A26A7C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88" y="1466231"/>
                <a:ext cx="8336612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C2B2CEE-A3BD-4742-9F6E-C569874023DE}"/>
                  </a:ext>
                </a:extLst>
              </p:cNvPr>
              <p:cNvSpPr/>
              <p:nvPr/>
            </p:nvSpPr>
            <p:spPr>
              <a:xfrm>
                <a:off x="533400" y="2724150"/>
                <a:ext cx="8431862" cy="975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2880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So</a:t>
                </a:r>
              </a:p>
              <a:p>
                <a:r>
                  <a:rPr lang="en-US" b="1" dirty="0"/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C2B2CEE-A3BD-4742-9F6E-C56987402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724150"/>
                <a:ext cx="8431862" cy="975332"/>
              </a:xfrm>
              <a:prstGeom prst="rect">
                <a:avLst/>
              </a:prstGeom>
              <a:blipFill>
                <a:blip r:embed="rId6"/>
                <a:stretch>
                  <a:fillRect l="-651" b="-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F3B02-6EFF-472B-8CA8-3614B9995885}"/>
                  </a:ext>
                </a:extLst>
              </p:cNvPr>
              <p:cNvSpPr txBox="1"/>
              <p:nvPr/>
            </p:nvSpPr>
            <p:spPr>
              <a:xfrm>
                <a:off x="553876" y="3851637"/>
                <a:ext cx="2494124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invertible,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F3B02-6EFF-472B-8CA8-3614B9995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76" y="3851637"/>
                <a:ext cx="2494124" cy="374270"/>
              </a:xfrm>
              <a:prstGeom prst="rect">
                <a:avLst/>
              </a:prstGeom>
              <a:blipFill>
                <a:blip r:embed="rId7"/>
                <a:stretch>
                  <a:fillRect l="-2200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3">
            <a:extLst>
              <a:ext uri="{FF2B5EF4-FFF2-40B4-BE49-F238E27FC236}">
                <a16:creationId xmlns:a16="http://schemas.microsoft.com/office/drawing/2014/main" id="{19BC4EF0-C265-4253-ABF8-95B5A3529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69139"/>
            <a:ext cx="8336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By linear algebra (Orthogonal Decomposition Theorem) or differentiation: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4DDC84D-8C3B-4CF5-90E1-BF17CE18B685}"/>
                  </a:ext>
                </a:extLst>
              </p:cNvPr>
              <p:cNvSpPr/>
              <p:nvPr/>
            </p:nvSpPr>
            <p:spPr>
              <a:xfrm>
                <a:off x="2443996" y="4246250"/>
                <a:ext cx="1975604" cy="459100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4DDC84D-8C3B-4CF5-90E1-BF17CE18B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996" y="4246250"/>
                <a:ext cx="1975604" cy="459100"/>
              </a:xfrm>
              <a:prstGeom prst="rect">
                <a:avLst/>
              </a:prstGeom>
              <a:blipFill>
                <a:blip r:embed="rId8"/>
                <a:stretch>
                  <a:fillRect l="-306" b="-512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2400" y="954924"/>
                <a:ext cx="8336612" cy="45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fitted values 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so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954924"/>
                <a:ext cx="8336612" cy="459100"/>
              </a:xfrm>
              <a:prstGeom prst="rect">
                <a:avLst/>
              </a:prstGeom>
              <a:blipFill>
                <a:blip r:embed="rId3"/>
                <a:stretch>
                  <a:fillRect l="-585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E18CC3-6B00-444E-9DB8-64878059AA9E}"/>
                  </a:ext>
                </a:extLst>
              </p:cNvPr>
              <p:cNvSpPr/>
              <p:nvPr/>
            </p:nvSpPr>
            <p:spPr>
              <a:xfrm>
                <a:off x="533400" y="1352550"/>
                <a:ext cx="3368614" cy="4591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E18CC3-6B00-444E-9DB8-64878059A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352550"/>
                <a:ext cx="3368614" cy="459100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124408" y="133351"/>
                <a:ext cx="8562392" cy="688010"/>
              </a:xfrm>
              <a:prstGeom prst="rect">
                <a:avLst/>
              </a:prstGeom>
            </p:spPr>
            <p:txBody>
              <a:bodyPr/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lang="en-US" sz="3200" kern="1200" dirty="0">
                    <a:solidFill>
                      <a:schemeClr val="tx1"/>
                    </a:solidFill>
                    <a:latin typeface="Vitesse Bold"/>
                    <a:ea typeface="+mj-ea"/>
                    <a:cs typeface="Vitesse Bold"/>
                  </a:defRPr>
                </a:lvl1pPr>
              </a:lstStyle>
              <a:p>
                <a:pPr fontAlgn="auto">
                  <a:spcAft>
                    <a:spcPts val="0"/>
                  </a:spcAft>
                </a:pPr>
                <a:r>
                  <a:rPr lang="en-US" altLang="zh-CN" sz="3600" dirty="0">
                    <a:latin typeface="Vitesse"/>
                  </a:rPr>
                  <a:t>Parameter Estimation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ar-AE" sz="36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3600" dirty="0">
                  <a:latin typeface="Vitesse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08" y="133351"/>
                <a:ext cx="8562392" cy="688010"/>
              </a:xfrm>
              <a:prstGeom prst="rect">
                <a:avLst/>
              </a:prstGeom>
              <a:blipFill>
                <a:blip r:embed="rId5"/>
                <a:stretch>
                  <a:fillRect l="-2135" t="-9735" b="-30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4B29D2-0EE7-4160-8D71-FF61C2B840C5}"/>
                  </a:ext>
                </a:extLst>
              </p:cNvPr>
              <p:cNvSpPr/>
              <p:nvPr/>
            </p:nvSpPr>
            <p:spPr>
              <a:xfrm>
                <a:off x="152400" y="1885950"/>
                <a:ext cx="5029200" cy="2325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called the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hat matrix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because multiplying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gives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</a:p>
              <a:p>
                <a:endParaRPr lang="en-US" sz="12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residuals are:  </a:t>
                </a: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dirty="0">
                  <a:latin typeface="Helvetica Neue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</a:p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</m:num>
                      <m:den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4B29D2-0EE7-4160-8D71-FF61C2B84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885950"/>
                <a:ext cx="5029200" cy="2325573"/>
              </a:xfrm>
              <a:prstGeom prst="rect">
                <a:avLst/>
              </a:prstGeom>
              <a:blipFill>
                <a:blip r:embed="rId6"/>
                <a:stretch>
                  <a:fillRect l="-970" b="-27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89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4B29D2-0EE7-4160-8D71-FF61C2B840C5}"/>
                  </a:ext>
                </a:extLst>
              </p:cNvPr>
              <p:cNvSpPr/>
              <p:nvPr/>
            </p:nvSpPr>
            <p:spPr>
              <a:xfrm>
                <a:off x="152400" y="1885950"/>
                <a:ext cx="5029200" cy="2325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called the </a:t>
                </a: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hat matrix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because multiplying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gives</a:t>
                </a:r>
                <a:r>
                  <a:rPr 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</a:p>
              <a:p>
                <a:endParaRPr lang="en-US" sz="12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residuals are:  </a:t>
                </a: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dirty="0">
                  <a:latin typeface="Helvetica Neue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</a:p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</m:num>
                      <m:den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4B29D2-0EE7-4160-8D71-FF61C2B84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885950"/>
                <a:ext cx="5029200" cy="2325573"/>
              </a:xfrm>
              <a:prstGeom prst="rect">
                <a:avLst/>
              </a:prstGeom>
              <a:blipFill>
                <a:blip r:embed="rId3"/>
                <a:stretch>
                  <a:fillRect l="-970" b="-27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535C8C-3213-4420-9576-6A2C19069F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6400" y="2064425"/>
                <a:ext cx="3352800" cy="2031325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 lIns="182880" tIns="182880" rIns="182880" bIns="18288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estimator of </a:t>
                </a:r>
                <a14:m>
                  <m:oMath xmlns:m="http://schemas.openxmlformats.org/officeDocument/2006/math">
                    <m:r>
                      <a:rPr lang="en-US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altLang="en-US" b="1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2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MSE</a:t>
                </a:r>
              </a:p>
              <a:p>
                <a:pPr eaLnBrk="1" hangingPunct="1"/>
                <a:endParaRPr lang="en-US" altLang="en-US" b="1" dirty="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eaLnBrk="1" hangingPunct="1"/>
                <a:r>
                  <a:rPr lang="en-US" altLang="en-US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Assuming</a:t>
                </a:r>
                <a:r>
                  <a:rPr lang="en-US" altLang="en-US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… 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b="1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normally distributed</a:t>
                </a:r>
              </a:p>
              <a:p>
                <a:pPr marL="571500" lvl="1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MSE</a:t>
                </a:r>
                <a:r>
                  <a:rPr lang="en-US" altLang="en-US" b="1" dirty="0">
                    <a:latin typeface="Helvetica Neue" charset="0"/>
                    <a:ea typeface="Helvetica Neue" charset="0"/>
                    <a:cs typeface="Helvetica Neue" charset="0"/>
                  </a:rPr>
                  <a:t> ~ </a:t>
                </a:r>
                <a:r>
                  <a:rPr lang="en-US" altLang="en-US" b="1" dirty="0">
                    <a:latin typeface="Symbol" panose="05050102010706020507" pitchFamily="18" charset="2"/>
                  </a:rPr>
                  <a:t>c</a:t>
                </a:r>
                <a:r>
                  <a:rPr lang="en-US" altLang="en-US" b="1" baseline="30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en-US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 </a:t>
                </a:r>
                <a:r>
                  <a:rPr lang="en-US" altLang="en-US" b="1" i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n-p-</a:t>
                </a:r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degrees of freedom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535C8C-3213-4420-9576-6A2C19069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064425"/>
                <a:ext cx="3352800" cy="20313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124408" y="133351"/>
                <a:ext cx="8562392" cy="688010"/>
              </a:xfrm>
              <a:prstGeom prst="rect">
                <a:avLst/>
              </a:prstGeom>
            </p:spPr>
            <p:txBody>
              <a:bodyPr/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lang="en-US" sz="3200" kern="1200" dirty="0">
                    <a:solidFill>
                      <a:schemeClr val="tx1"/>
                    </a:solidFill>
                    <a:latin typeface="Vitesse Bold"/>
                    <a:ea typeface="+mj-ea"/>
                    <a:cs typeface="Vitesse Bold"/>
                  </a:defRPr>
                </a:lvl1pPr>
              </a:lstStyle>
              <a:p>
                <a:pPr fontAlgn="auto">
                  <a:spcAft>
                    <a:spcPts val="0"/>
                  </a:spcAft>
                </a:pPr>
                <a:r>
                  <a:rPr lang="en-US" altLang="zh-CN" sz="3600" dirty="0">
                    <a:latin typeface="Vitesse"/>
                  </a:rPr>
                  <a:t>Parameter Estimation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sz="3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ar-AE" sz="36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3600" dirty="0">
                  <a:latin typeface="Vitesse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08" y="133351"/>
                <a:ext cx="8562392" cy="688010"/>
              </a:xfrm>
              <a:prstGeom prst="rect">
                <a:avLst/>
              </a:prstGeom>
              <a:blipFill>
                <a:blip r:embed="rId5"/>
                <a:stretch>
                  <a:fillRect l="-2135" t="-9735" b="-30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2400" y="954924"/>
                <a:ext cx="8336612" cy="45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fitted values 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so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954924"/>
                <a:ext cx="8336612" cy="459100"/>
              </a:xfrm>
              <a:prstGeom prst="rect">
                <a:avLst/>
              </a:prstGeom>
              <a:blipFill>
                <a:blip r:embed="rId6"/>
                <a:stretch>
                  <a:fillRect l="-585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7E18CC3-6B00-444E-9DB8-64878059AA9E}"/>
                  </a:ext>
                </a:extLst>
              </p:cNvPr>
              <p:cNvSpPr/>
              <p:nvPr/>
            </p:nvSpPr>
            <p:spPr>
              <a:xfrm>
                <a:off x="533400" y="1352550"/>
                <a:ext cx="3368614" cy="4591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7E18CC3-6B00-444E-9DB8-64878059A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352550"/>
                <a:ext cx="3368614" cy="459100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04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52400" y="792162"/>
                <a:ext cx="6307138" cy="1093788"/>
              </a:xfrm>
              <a:prstGeom prst="rect">
                <a:avLst/>
              </a:prstGeo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𝜺</m:t>
                            </m:r>
                          </m:e>
                        </m:acc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nor/>
                      </m:rP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</m:t>
                    </m:r>
                    <m:r>
                      <m:rPr>
                        <m:nor/>
                      </m:rPr>
                      <a:rPr lang="zh-CN" altLang="en-US" sz="2400" b="0" i="0" smtClean="0"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600" dirty="0"/>
                  <a:t/>
                </a:r>
                <a:br>
                  <a:rPr lang="en-US" sz="600" dirty="0"/>
                </a:b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sz="18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chi-squared distribution with </a:t>
                </a:r>
                <a:r>
                  <a:rPr lang="en-US" sz="1800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</a:t>
                </a:r>
                <a:r>
                  <a:rPr lang="en-US" sz="18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</a:t>
                </a:r>
                <a:r>
                  <a:rPr lang="en-US" sz="1800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</a:t>
                </a:r>
                <a:r>
                  <a:rPr lang="en-US" sz="18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-1 degrees of freedom</a:t>
                </a:r>
                <a:r>
                  <a:rPr lang="zh-CN" altLang="en-US" sz="18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）</a:t>
                </a:r>
                <a:endParaRPr lang="en-US" altLang="zh-CN" sz="18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52400" y="792162"/>
                <a:ext cx="6307138" cy="1093788"/>
              </a:xfrm>
              <a:prstGeom prst="rect">
                <a:avLst/>
              </a:prstGeom>
              <a:blipFill>
                <a:blip r:embed="rId2"/>
                <a:stretch>
                  <a:fillRect l="-773" b="-1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5"/>
              <p:cNvSpPr txBox="1"/>
              <p:nvPr/>
            </p:nvSpPr>
            <p:spPr>
              <a:xfrm>
                <a:off x="544775" y="3029697"/>
                <a:ext cx="4332025" cy="4514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Estimating</a:t>
                </a:r>
                <a:r>
                  <a:rPr lang="en-US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kern="100" baseline="30000" dirty="0">
                    <a:latin typeface="Helvetica" charset="0"/>
                    <a:ea typeface="DengXian" charset="-122"/>
                    <a:cs typeface="Times New Roman" charset="0"/>
                  </a:rPr>
                  <a:t> </a:t>
                </a:r>
                <a:r>
                  <a:rPr lang="en-US" kern="100" dirty="0">
                    <a:latin typeface="Helvetica" charset="0"/>
                    <a:ea typeface="DengXian" charset="-122"/>
                    <a:cs typeface="Times New Roman" charset="0"/>
                  </a:rPr>
                  <a:t>        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Sample variance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baseline="30000" dirty="0">
                    <a:latin typeface="Helvetica" charset="0"/>
                    <a:ea typeface="DengXian" charset="-122"/>
                    <a:cs typeface="Times New Roman" charset="0"/>
                  </a:rPr>
                  <a:t> </a:t>
                </a:r>
                <a:endParaRPr lang="en-US" kern="100" dirty="0">
                  <a:ea typeface="DengXian" charset="-122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5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75" y="3029697"/>
                <a:ext cx="4332025" cy="451496"/>
              </a:xfrm>
              <a:prstGeom prst="rect">
                <a:avLst/>
              </a:prstGeom>
              <a:blipFill>
                <a:blip r:embed="rId3"/>
                <a:stretch>
                  <a:fillRect l="-1688" t="-94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6"/>
          <p:cNvCxnSpPr/>
          <p:nvPr/>
        </p:nvCxnSpPr>
        <p:spPr>
          <a:xfrm flipH="1">
            <a:off x="2021383" y="3202735"/>
            <a:ext cx="490826" cy="5519"/>
          </a:xfrm>
          <a:prstGeom prst="straightConnector1">
            <a:avLst/>
          </a:prstGeom>
          <a:ln w="25400">
            <a:solidFill>
              <a:schemeClr val="tx2"/>
            </a:solidFill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6"/>
          <p:cNvCxnSpPr>
            <a:cxnSpLocks/>
          </p:cNvCxnSpPr>
          <p:nvPr/>
        </p:nvCxnSpPr>
        <p:spPr>
          <a:xfrm flipH="1" flipV="1">
            <a:off x="1802308" y="2632910"/>
            <a:ext cx="1" cy="354227"/>
          </a:xfrm>
          <a:prstGeom prst="straightConnector1">
            <a:avLst/>
          </a:prstGeom>
          <a:ln w="25400">
            <a:solidFill>
              <a:schemeClr val="tx2"/>
            </a:solidFill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4"/>
              <p:cNvSpPr txBox="1"/>
              <p:nvPr/>
            </p:nvSpPr>
            <p:spPr>
              <a:xfrm>
                <a:off x="506908" y="2190750"/>
                <a:ext cx="4332025" cy="533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ts val="75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kern="100" dirty="0">
                  <a:solidFill>
                    <a:srgbClr val="993200"/>
                  </a:solidFill>
                  <a:latin typeface="KishoreFont Medium" charset="0"/>
                  <a:ea typeface="KishoreFont Medium" charset="0"/>
                  <a:cs typeface="KishoreFont Medium" charset="0"/>
                </a:endParaRPr>
              </a:p>
              <a:p>
                <a:r>
                  <a:rPr lang="en-US" kern="100" dirty="0">
                    <a:solidFill>
                      <a:srgbClr val="993200"/>
                    </a:solidFill>
                    <a:latin typeface="KishoreFont Medium" charset="0"/>
                    <a:ea typeface="KishoreFont Medium" charset="0"/>
                    <a:cs typeface="KishoreFont Medium" charset="0"/>
                  </a:rPr>
                  <a:t> </a:t>
                </a:r>
                <a:r>
                  <a:rPr lang="en-US" kern="100" dirty="0">
                    <a:solidFill>
                      <a:schemeClr val="tx1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Assuming</a:t>
                </a:r>
                <a:r>
                  <a:rPr lang="en-US" kern="100" dirty="0">
                    <a:solidFill>
                      <a:schemeClr val="tx1"/>
                    </a:solidFill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kern="100" baseline="30000" dirty="0">
                  <a:solidFill>
                    <a:schemeClr val="tx1"/>
                  </a:solidFill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1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08" y="2190750"/>
                <a:ext cx="4332025" cy="533212"/>
              </a:xfrm>
              <a:prstGeom prst="rect">
                <a:avLst/>
              </a:prstGeom>
              <a:blipFill>
                <a:blip r:embed="rId4"/>
                <a:stretch>
                  <a:fillRect l="-2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52400" y="3678019"/>
            <a:ext cx="76199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This is the sample variance estimator, except we use </a:t>
            </a:r>
            <a:r>
              <a:rPr lang="en-US" i="1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n-p-</a:t>
            </a:r>
            <a:r>
              <a:rPr lang="en-US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1 degrees of freedom. </a:t>
            </a:r>
            <a:r>
              <a:rPr lang="en-US" b="1" kern="100" dirty="0">
                <a:solidFill>
                  <a:srgbClr val="EEB211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Why?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4408" y="174088"/>
            <a:ext cx="8562392" cy="68801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Parameter Estimation</a:t>
            </a:r>
            <a:endParaRPr lang="ar-AE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86286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999015"/>
            <a:ext cx="1399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Recall that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61897" y="911976"/>
                <a:ext cx="3710178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897" y="911976"/>
                <a:ext cx="3710178" cy="5068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2400" y="1547471"/>
                <a:ext cx="5236010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47471"/>
                <a:ext cx="5236010" cy="506870"/>
              </a:xfrm>
              <a:prstGeom prst="rect">
                <a:avLst/>
              </a:prstGeom>
              <a:blipFill>
                <a:blip r:embed="rId3"/>
                <a:stretch>
                  <a:fillRect l="-931" b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大括号 12"/>
          <p:cNvSpPr/>
          <p:nvPr/>
        </p:nvSpPr>
        <p:spPr>
          <a:xfrm>
            <a:off x="5041611" y="895350"/>
            <a:ext cx="216189" cy="1140395"/>
          </a:xfrm>
          <a:prstGeom prst="rightBrac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3"/>
              <p:cNvSpPr txBox="1"/>
              <p:nvPr/>
            </p:nvSpPr>
            <p:spPr>
              <a:xfrm>
                <a:off x="5410200" y="1004802"/>
                <a:ext cx="2438400" cy="19586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Use </a:t>
                </a:r>
                <a:r>
                  <a:rPr lang="en-US" i="1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+1 degrees of freedom because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←</m:t>
                      </m:r>
                      <m:r>
                        <m:rPr>
                          <m:nor/>
                        </m:rPr>
                        <a:rPr lang="en-US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 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ea typeface="DengXian" charset="-122"/>
                    <a:cs typeface="Times New Roman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9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004802"/>
                <a:ext cx="2438400" cy="1958652"/>
              </a:xfrm>
              <a:prstGeom prst="rect">
                <a:avLst/>
              </a:prstGeom>
              <a:blipFill>
                <a:blip r:embed="rId4"/>
                <a:stretch>
                  <a:fillRect l="-3250" t="-24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cxnSpLocks/>
          </p:cNvCxnSpPr>
          <p:nvPr/>
        </p:nvCxnSpPr>
        <p:spPr>
          <a:xfrm flipV="1">
            <a:off x="1634658" y="1298282"/>
            <a:ext cx="0" cy="364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52400" y="2484569"/>
            <a:ext cx="2950163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alt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Thus, assuming that</a:t>
            </a:r>
          </a:p>
          <a:p>
            <a:pPr defTabSz="685800"/>
            <a:endParaRPr lang="en-US" altLang="en-US" dirty="0">
              <a:latin typeface="KishoreFont Medium" charset="0"/>
              <a:ea typeface="KishoreFont Medium" charset="0"/>
              <a:cs typeface="KishoreFont Medium" charset="0"/>
            </a:endParaRPr>
          </a:p>
          <a:p>
            <a:pPr defTabSz="685800"/>
            <a:endParaRPr lang="en-US" altLang="en-US" dirty="0">
              <a:latin typeface="KishoreFont Medium" charset="0"/>
              <a:ea typeface="KishoreFont Medium" charset="0"/>
              <a:cs typeface="KishoreFont Medium" charset="0"/>
            </a:endParaRPr>
          </a:p>
        </p:txBody>
      </p:sp>
      <p:cxnSp>
        <p:nvCxnSpPr>
          <p:cNvPr id="19" name="直线箭头连接符 14"/>
          <p:cNvCxnSpPr/>
          <p:nvPr/>
        </p:nvCxnSpPr>
        <p:spPr>
          <a:xfrm>
            <a:off x="2668834" y="6740227"/>
            <a:ext cx="171450" cy="0"/>
          </a:xfrm>
          <a:prstGeom prst="straightConnector1">
            <a:avLst/>
          </a:prstGeom>
          <a:ln w="9525"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9877" y="2885006"/>
                <a:ext cx="161614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77" y="2885006"/>
                <a:ext cx="161614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线箭头连接符 14"/>
          <p:cNvCxnSpPr/>
          <p:nvPr/>
        </p:nvCxnSpPr>
        <p:spPr>
          <a:xfrm>
            <a:off x="609600" y="3494606"/>
            <a:ext cx="260119" cy="0"/>
          </a:xfrm>
          <a:prstGeom prst="straightConnector1">
            <a:avLst/>
          </a:prstGeom>
          <a:ln>
            <a:solidFill>
              <a:schemeClr val="tx2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91716" y="3310344"/>
                <a:ext cx="2448888" cy="404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MSE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~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16" y="3310344"/>
                <a:ext cx="2448888" cy="404406"/>
              </a:xfrm>
              <a:prstGeom prst="rect">
                <a:avLst/>
              </a:prstGeom>
              <a:blipFill>
                <a:blip r:embed="rId6"/>
                <a:stretch>
                  <a:fillRect t="-303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57200" y="3796398"/>
                <a:ext cx="580975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EEB211"/>
                    </a:solidFill>
                    <a:latin typeface="Helvetica" charset="0"/>
                    <a:ea typeface="DengXian" charset="-122"/>
                    <a:cs typeface="Times New Roman" charset="0"/>
                  </a:rPr>
                  <a:t> </a:t>
                </a:r>
                <a:r>
                  <a:rPr 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(This is called the sampling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EEB2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b="1" i="0">
                                <a:solidFill>
                                  <a:srgbClr val="EEB2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b="1" i="1" smtClean="0">
                            <a:solidFill>
                              <a:srgbClr val="EEB2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EEB211"/>
                    </a:solidFill>
                    <a:latin typeface="Helvetica" charset="0"/>
                    <a:ea typeface="DengXian" charset="-122"/>
                    <a:cs typeface="Times New Roman" charset="0"/>
                  </a:rPr>
                  <a:t>.)</a:t>
                </a:r>
                <a:r>
                  <a:rPr lang="en-US" b="1" dirty="0">
                    <a:solidFill>
                      <a:srgbClr val="EEB21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96398"/>
                <a:ext cx="5809757" cy="375552"/>
              </a:xfrm>
              <a:prstGeom prst="rect">
                <a:avLst/>
              </a:prstGeom>
              <a:blipFill>
                <a:blip r:embed="rId7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/>
          <p:cNvSpPr txBox="1">
            <a:spLocks/>
          </p:cNvSpPr>
          <p:nvPr/>
        </p:nvSpPr>
        <p:spPr>
          <a:xfrm>
            <a:off x="124408" y="174088"/>
            <a:ext cx="8562392" cy="68801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>
                <a:latin typeface="Vitesse"/>
              </a:rPr>
              <a:t>Parameter Estimation</a:t>
            </a:r>
            <a:endParaRPr lang="ar-AE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98290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178976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47552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58065</TotalTime>
  <Words>140</Words>
  <Application>Microsoft Office PowerPoint</Application>
  <PresentationFormat>On-screen Show (16:9)</PresentationFormat>
  <Paragraphs>69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ＭＳ Ｐゴシック</vt:lpstr>
      <vt:lpstr>ＭＳ Ｐゴシック</vt:lpstr>
      <vt:lpstr>宋体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Symbol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Parameter Estimation (β_0,β_1,…,β_p ),σ^2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776</cp:revision>
  <dcterms:created xsi:type="dcterms:W3CDTF">2002-04-06T16:20:45Z</dcterms:created>
  <dcterms:modified xsi:type="dcterms:W3CDTF">2020-02-26T20:30:26Z</dcterms:modified>
</cp:coreProperties>
</file>