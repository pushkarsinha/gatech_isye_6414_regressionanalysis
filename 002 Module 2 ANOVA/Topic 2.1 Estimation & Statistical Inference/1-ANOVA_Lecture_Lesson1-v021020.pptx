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7" r:id="rId4"/>
    <p:sldMasterId id="2147483705" r:id="rId5"/>
    <p:sldMasterId id="2147483699" r:id="rId6"/>
  </p:sldMasterIdLst>
  <p:notesMasterIdLst>
    <p:notesMasterId r:id="rId16"/>
  </p:notesMasterIdLst>
  <p:handoutMasterIdLst>
    <p:handoutMasterId r:id="rId17"/>
  </p:handoutMasterIdLst>
  <p:sldIdLst>
    <p:sldId id="428" r:id="rId7"/>
    <p:sldId id="429" r:id="rId8"/>
    <p:sldId id="269" r:id="rId9"/>
    <p:sldId id="261" r:id="rId10"/>
    <p:sldId id="262" r:id="rId11"/>
    <p:sldId id="263" r:id="rId12"/>
    <p:sldId id="264" r:id="rId13"/>
    <p:sldId id="267" r:id="rId14"/>
    <p:sldId id="439" r:id="rId15"/>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C567BE6-4E2E-2A45-BD72-59F9659A3211}">
          <p14:sldIdLst>
            <p14:sldId id="428"/>
            <p14:sldId id="429"/>
            <p14:sldId id="269"/>
            <p14:sldId id="261"/>
            <p14:sldId id="262"/>
            <p14:sldId id="263"/>
            <p14:sldId id="264"/>
            <p14:sldId id="267"/>
            <p14:sldId id="439"/>
          </p14:sldIdLst>
        </p14:section>
      </p14:sectionLst>
    </p:ext>
    <p:ext uri="{EFAFB233-063F-42B5-8137-9DF3F51BA10A}">
      <p15:sldGuideLst xmlns:p15="http://schemas.microsoft.com/office/powerpoint/2012/main">
        <p15:guide id="1" orient="horz" pos="1164" userDrawn="1">
          <p15:clr>
            <a:srgbClr val="A4A3A4"/>
          </p15:clr>
        </p15:guide>
        <p15:guide id="2" pos="2880">
          <p15:clr>
            <a:srgbClr val="A4A3A4"/>
          </p15:clr>
        </p15:guide>
        <p15:guide id="3" pos="144" userDrawn="1">
          <p15:clr>
            <a:srgbClr val="A4A3A4"/>
          </p15:clr>
        </p15:guide>
        <p15:guide id="4" orient="horz" pos="444" userDrawn="1">
          <p15:clr>
            <a:srgbClr val="A4A3A4"/>
          </p15:clr>
        </p15:guide>
        <p15:guide id="5" orient="horz" pos="804" userDrawn="1">
          <p15:clr>
            <a:srgbClr val="A4A3A4"/>
          </p15:clr>
        </p15:guide>
        <p15:guide id="6" pos="3480" userDrawn="1">
          <p15:clr>
            <a:srgbClr val="A4A3A4"/>
          </p15:clr>
        </p15:guide>
        <p15:guide id="7" pos="432" userDrawn="1">
          <p15:clr>
            <a:srgbClr val="A4A3A4"/>
          </p15:clr>
        </p15:guide>
        <p15:guide id="8" pos="2568" userDrawn="1">
          <p15:clr>
            <a:srgbClr val="A4A3A4"/>
          </p15:clr>
        </p15:guide>
        <p15:guide id="9" pos="1560" userDrawn="1">
          <p15:clr>
            <a:srgbClr val="A4A3A4"/>
          </p15:clr>
        </p15:guide>
        <p15:guide id="10" orient="horz" pos="1668"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Rodriguez, Ramon S" initials="RRS" lastIdx="1" clrIdx="6">
    <p:extLst>
      <p:ext uri="{19B8F6BF-5375-455C-9EA6-DF929625EA0E}">
        <p15:presenceInfo xmlns:p15="http://schemas.microsoft.com/office/powerpoint/2012/main" userId="S-1-5-21-1177238915-2111687655-1060284298-1451345" providerId="AD"/>
      </p:ext>
    </p:extLst>
  </p:cmAuthor>
  <p:cmAuthor id="1" name="Figueroa, Shabana" initials="FS" lastIdx="16" clrIdx="0"/>
  <p:cmAuthor id="2" name="Figueroa, Shabana" initials="FS [2]" lastIdx="1" clrIdx="1"/>
  <p:cmAuthor id="3" name="Serban, Nicoleta" initials="SN" lastIdx="11" clrIdx="2"/>
  <p:cmAuthor id="4" name="Hu, Rui" initials="HR" lastIdx="1" clrIdx="3"/>
  <p:cmAuthor id="5" name="Hu, Rui" initials="HR [2]" lastIdx="1" clrIdx="4"/>
  <p:cmAuthor id="6" name="Richard Levine" initials="RL" lastIdx="2" clrIdx="5">
    <p:extLst>
      <p:ext uri="{19B8F6BF-5375-455C-9EA6-DF929625EA0E}">
        <p15:presenceInfo xmlns:p15="http://schemas.microsoft.com/office/powerpoint/2012/main" userId="Richard Levine"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B211"/>
    <a:srgbClr val="DFA70B"/>
    <a:srgbClr val="F8FFF1"/>
    <a:srgbClr val="993200"/>
    <a:srgbClr val="000000"/>
    <a:srgbClr val="F7FFEE"/>
    <a:srgbClr val="F5FCEA"/>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763" autoAdjust="0"/>
    <p:restoredTop sz="95000" autoAdjust="0"/>
  </p:normalViewPr>
  <p:slideViewPr>
    <p:cSldViewPr snapToGrid="0">
      <p:cViewPr varScale="1">
        <p:scale>
          <a:sx n="107" d="100"/>
          <a:sy n="107" d="100"/>
        </p:scale>
        <p:origin x="902" y="82"/>
      </p:cViewPr>
      <p:guideLst>
        <p:guide orient="horz" pos="1164"/>
        <p:guide pos="2880"/>
        <p:guide pos="144"/>
        <p:guide orient="horz" pos="444"/>
        <p:guide orient="horz" pos="804"/>
        <p:guide pos="3480"/>
        <p:guide pos="432"/>
        <p:guide pos="2568"/>
        <p:guide pos="1560"/>
        <p:guide orient="horz" pos="1668"/>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5" Type="http://schemas.openxmlformats.org/officeDocument/2006/relationships/slideMaster" Target="slideMasters/slideMaster2.xml"/><Relationship Id="rId15" Type="http://schemas.openxmlformats.org/officeDocument/2006/relationships/slide" Target="slides/slide9.xml"/><Relationship Id="rId10" Type="http://schemas.openxmlformats.org/officeDocument/2006/relationships/slide" Target="slides/slide4.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9DFD447-ACB1-BC49-B8EF-23729E0A333F}" type="datetimeFigureOut">
              <a:rPr lang="en-US" smtClean="0"/>
              <a:t>5/17/2020</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9EF598F-7A46-204A-ADDD-A1229C86B248}" type="slidenum">
              <a:rPr lang="en-US" smtClean="0"/>
              <a:t>‹#›</a:t>
            </a:fld>
            <a:endParaRPr lang="en-US"/>
          </a:p>
        </p:txBody>
      </p:sp>
    </p:spTree>
    <p:extLst>
      <p:ext uri="{BB962C8B-B14F-4D97-AF65-F5344CB8AC3E}">
        <p14:creationId xmlns:p14="http://schemas.microsoft.com/office/powerpoint/2010/main" val="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1738FA-185A-CF4F-BD02-7990310E47F3}" type="datetimeFigureOut">
              <a:rPr lang="en-US" smtClean="0"/>
              <a:t>5/17/2020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3F7A93-C87A-E149-BF89-5D793380F19A}"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p:cNvSpPr>
            <a:spLocks noGrp="1" noRot="1" noChangeAspect="1" noTextEdit="1"/>
          </p:cNvSpPr>
          <p:nvPr>
            <p:ph type="sldImg"/>
          </p:nvPr>
        </p:nvSpPr>
        <p:spPr bwMode="auto">
          <a:xfrm>
            <a:off x="777875" y="1200150"/>
            <a:ext cx="5759450" cy="32400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71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ea typeface="MS PGothic" charset="-128"/>
              </a:rPr>
              <a:t>I need to introduce all notation on this slide clearly: I will use the notation in the later slides</a:t>
            </a:r>
          </a:p>
        </p:txBody>
      </p:sp>
      <p:sp>
        <p:nvSpPr>
          <p:cNvPr id="717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eaLnBrk="0" fontAlgn="base" hangingPunct="0">
              <a:spcBef>
                <a:spcPct val="0"/>
              </a:spcBef>
              <a:spcAft>
                <a:spcPct val="0"/>
              </a:spcAft>
              <a:defRPr>
                <a:solidFill>
                  <a:schemeClr val="tx1"/>
                </a:solidFill>
                <a:latin typeface="Calibri" charset="0"/>
                <a:ea typeface="MS PGothic" charset="-128"/>
              </a:defRPr>
            </a:lvl6pPr>
            <a:lvl7pPr marL="2971800" indent="-228600" eaLnBrk="0" fontAlgn="base" hangingPunct="0">
              <a:spcBef>
                <a:spcPct val="0"/>
              </a:spcBef>
              <a:spcAft>
                <a:spcPct val="0"/>
              </a:spcAft>
              <a:defRPr>
                <a:solidFill>
                  <a:schemeClr val="tx1"/>
                </a:solidFill>
                <a:latin typeface="Calibri" charset="0"/>
                <a:ea typeface="MS PGothic" charset="-128"/>
              </a:defRPr>
            </a:lvl7pPr>
            <a:lvl8pPr marL="3429000" indent="-228600" eaLnBrk="0" fontAlgn="base" hangingPunct="0">
              <a:spcBef>
                <a:spcPct val="0"/>
              </a:spcBef>
              <a:spcAft>
                <a:spcPct val="0"/>
              </a:spcAft>
              <a:defRPr>
                <a:solidFill>
                  <a:schemeClr val="tx1"/>
                </a:solidFill>
                <a:latin typeface="Calibri" charset="0"/>
                <a:ea typeface="MS PGothic" charset="-128"/>
              </a:defRPr>
            </a:lvl8pPr>
            <a:lvl9pPr marL="3886200" indent="-228600" eaLnBrk="0" fontAlgn="base" hangingPunct="0">
              <a:spcBef>
                <a:spcPct val="0"/>
              </a:spcBef>
              <a:spcAft>
                <a:spcPct val="0"/>
              </a:spcAft>
              <a:defRPr>
                <a:solidFill>
                  <a:schemeClr val="tx1"/>
                </a:solidFill>
                <a:latin typeface="Calibri" charset="0"/>
                <a:ea typeface="MS PGothic" charset="-128"/>
              </a:defRPr>
            </a:lvl9pPr>
          </a:lstStyle>
          <a:p>
            <a:fld id="{DA448291-EA93-2645-BAD9-DA82CF8B6D50}" type="slidenum">
              <a:rPr lang="en-US" altLang="en-US"/>
              <a:pPr/>
              <a:t>3</a:t>
            </a:fld>
            <a:endParaRPr lang="en-US" altLang="en-US"/>
          </a:p>
        </p:txBody>
      </p:sp>
    </p:spTree>
    <p:extLst>
      <p:ext uri="{BB962C8B-B14F-4D97-AF65-F5344CB8AC3E}">
        <p14:creationId xmlns:p14="http://schemas.microsoft.com/office/powerpoint/2010/main" val="42005404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900" dirty="0">
                <a:latin typeface="Helvetica" charset="0"/>
                <a:ea typeface="Helvetica" charset="0"/>
                <a:cs typeface="Helvetica" charset="0"/>
              </a:rPr>
              <a:t>Each singer in the NY Choral Society in 1979 self-reported his or her height to the nearest inch. Their voice parts in order from highest pitch to lowest pitch are Soprano, Alto, Tenor, Bass. The first two are typically sung by female voices and the last two by male voices. One can examine how height varies across voice range, or make comparisons of sopranos and altos and separate comparisons of tenors and basses. </a:t>
            </a:r>
            <a:endParaRPr lang="en-US" dirty="0"/>
          </a:p>
        </p:txBody>
      </p:sp>
      <p:sp>
        <p:nvSpPr>
          <p:cNvPr id="4" name="Slide Number Placeholder 3"/>
          <p:cNvSpPr>
            <a:spLocks noGrp="1"/>
          </p:cNvSpPr>
          <p:nvPr>
            <p:ph type="sldNum" sz="quarter" idx="10"/>
          </p:nvPr>
        </p:nvSpPr>
        <p:spPr/>
        <p:txBody>
          <a:bodyPr/>
          <a:lstStyle/>
          <a:p>
            <a:fld id="{D1071F2C-8725-6B4B-8917-88567F47CBB5}" type="slidenum">
              <a:rPr kumimoji="1" lang="zh-CN" altLang="en-US" smtClean="0"/>
              <a:t>4</a:t>
            </a:fld>
            <a:endParaRPr kumimoji="1" lang="zh-CN" altLang="en-US"/>
          </a:p>
        </p:txBody>
      </p:sp>
    </p:spTree>
    <p:extLst>
      <p:ext uri="{BB962C8B-B14F-4D97-AF65-F5344CB8AC3E}">
        <p14:creationId xmlns:p14="http://schemas.microsoft.com/office/powerpoint/2010/main" val="26935505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a:xfrm>
            <a:off x="481920" y="1421266"/>
            <a:ext cx="4727575" cy="1330325"/>
          </a:xfrm>
        </p:spPr>
        <p:txBody>
          <a:bodyPr/>
          <a:lstStyle>
            <a:lvl1pPr marL="0" indent="0">
              <a:buNone/>
              <a:defRPr/>
            </a:lvl1pPr>
          </a:lstStyle>
          <a:p>
            <a:pPr lvl="0"/>
            <a:r>
              <a:rPr lang="en-US"/>
              <a:t>Click to edit Master text styles</a:t>
            </a:r>
          </a:p>
        </p:txBody>
      </p:sp>
    </p:spTree>
    <p:extLst>
      <p:ext uri="{BB962C8B-B14F-4D97-AF65-F5344CB8AC3E}">
        <p14:creationId xmlns:p14="http://schemas.microsoft.com/office/powerpoint/2010/main" val="2663025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title"/>
          </p:nvPr>
        </p:nvSpPr>
        <p:spPr>
          <a:xfrm>
            <a:off x="628650" y="274638"/>
            <a:ext cx="5520941" cy="993775"/>
          </a:xfrm>
          <a:prstGeom prst="rect">
            <a:avLst/>
          </a:prstGeom>
        </p:spPr>
        <p:txBody>
          <a:bodyPr/>
          <a:lstStyle>
            <a:lvl1pPr algn="l">
              <a:defRPr lang="en-US" sz="4400" kern="1200" dirty="0">
                <a:solidFill>
                  <a:schemeClr val="tx1"/>
                </a:solidFill>
                <a:latin typeface="Vitesse Bold"/>
                <a:ea typeface="+mj-ea"/>
                <a:cs typeface="Vitesse Bold"/>
              </a:defRPr>
            </a:lvl1pPr>
          </a:lstStyle>
          <a:p>
            <a:r>
              <a:rPr lang="en-US"/>
              <a:t>Click to edit Master title style</a:t>
            </a:r>
          </a:p>
        </p:txBody>
      </p:sp>
      <p:sp>
        <p:nvSpPr>
          <p:cNvPr id="6" name="Content Placeholder 5"/>
          <p:cNvSpPr>
            <a:spLocks noGrp="1"/>
          </p:cNvSpPr>
          <p:nvPr>
            <p:ph sz="quarter" idx="10"/>
          </p:nvPr>
        </p:nvSpPr>
        <p:spPr>
          <a:xfrm>
            <a:off x="628649" y="1436688"/>
            <a:ext cx="4375430" cy="2994025"/>
          </a:xfrm>
          <a:prstGeom prst="rect">
            <a:avLst/>
          </a:prstGeom>
        </p:spPr>
        <p:txBody>
          <a:bodyPr/>
          <a:lstStyle>
            <a:lvl1pPr>
              <a:defRPr>
                <a:latin typeface="Vitesse Book" charset="0"/>
                <a:ea typeface="Vitesse Book" charset="0"/>
                <a:cs typeface="Vitesse Book" charset="0"/>
              </a:defRPr>
            </a:lvl1pPr>
            <a:lvl2pPr>
              <a:defRPr>
                <a:latin typeface="Vitesse Book" charset="0"/>
                <a:ea typeface="Vitesse Book" charset="0"/>
                <a:cs typeface="Vitesse Book" charset="0"/>
              </a:defRPr>
            </a:lvl2pPr>
            <a:lvl3pPr>
              <a:defRPr>
                <a:latin typeface="Vitesse Book" charset="0"/>
                <a:ea typeface="Vitesse Book" charset="0"/>
                <a:cs typeface="Vitesse Book" charset="0"/>
              </a:defRPr>
            </a:lvl3pPr>
            <a:lvl4pPr>
              <a:defRPr>
                <a:latin typeface="Vitesse Book" charset="0"/>
                <a:ea typeface="Vitesse Book" charset="0"/>
                <a:cs typeface="Vitesse Book" charset="0"/>
              </a:defRPr>
            </a:lvl4pPr>
            <a:lvl5pPr>
              <a:defRPr>
                <a:latin typeface="Vitesse Book" charset="0"/>
                <a:ea typeface="Vitesse Book" charset="0"/>
                <a:cs typeface="Vitesse Book"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94431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628650" y="4767263"/>
            <a:ext cx="2057400" cy="273844"/>
          </a:xfrm>
          <a:prstGeom prst="rect">
            <a:avLst/>
          </a:prstGeom>
        </p:spPr>
        <p:txBody>
          <a:bodyPr/>
          <a:lstStyle>
            <a:lvl1pPr>
              <a:defRPr/>
            </a:lvl1pPr>
          </a:lstStyle>
          <a:p>
            <a:pPr>
              <a:defRPr/>
            </a:pPr>
            <a:endParaRPr lang="en-US"/>
          </a:p>
        </p:txBody>
      </p:sp>
      <p:sp>
        <p:nvSpPr>
          <p:cNvPr id="3" name="Footer Placeholder 4"/>
          <p:cNvSpPr>
            <a:spLocks noGrp="1"/>
          </p:cNvSpPr>
          <p:nvPr>
            <p:ph type="ftr" sz="quarter" idx="11"/>
          </p:nvPr>
        </p:nvSpPr>
        <p:spPr>
          <a:xfrm>
            <a:off x="3028950" y="4767263"/>
            <a:ext cx="3086100" cy="273844"/>
          </a:xfrm>
          <a:prstGeom prst="rect">
            <a:avLst/>
          </a:prstGeom>
        </p:spPr>
        <p:txBody>
          <a:bodyPr/>
          <a:lstStyle>
            <a:lvl1pPr>
              <a:defRPr/>
            </a:lvl1pPr>
          </a:lstStyle>
          <a:p>
            <a:pPr>
              <a:defRPr/>
            </a:pPr>
            <a:endParaRPr lang="en-US"/>
          </a:p>
        </p:txBody>
      </p:sp>
      <p:sp>
        <p:nvSpPr>
          <p:cNvPr id="4" name="Slide Number Placeholder 5"/>
          <p:cNvSpPr>
            <a:spLocks noGrp="1"/>
          </p:cNvSpPr>
          <p:nvPr>
            <p:ph type="sldNum" sz="quarter" idx="12"/>
          </p:nvPr>
        </p:nvSpPr>
        <p:spPr>
          <a:xfrm>
            <a:off x="6457950" y="4767263"/>
            <a:ext cx="2057400" cy="273844"/>
          </a:xfrm>
          <a:prstGeom prst="rect">
            <a:avLst/>
          </a:prstGeom>
        </p:spPr>
        <p:txBody>
          <a:bodyPr/>
          <a:lstStyle>
            <a:lvl1pPr>
              <a:defRPr/>
            </a:lvl1pPr>
          </a:lstStyle>
          <a:p>
            <a:pPr>
              <a:defRPr/>
            </a:pPr>
            <a:fld id="{A2002E78-3C88-9A40-B579-FA4DB2691E4F}" type="slidenum">
              <a:rPr lang="en-US" altLang="en-US"/>
              <a:pPr>
                <a:defRPr/>
              </a:pPr>
              <a:t>‹#›</a:t>
            </a:fld>
            <a:endParaRPr lang="en-US" altLang="en-US"/>
          </a:p>
        </p:txBody>
      </p:sp>
    </p:spTree>
    <p:extLst>
      <p:ext uri="{BB962C8B-B14F-4D97-AF65-F5344CB8AC3E}">
        <p14:creationId xmlns:p14="http://schemas.microsoft.com/office/powerpoint/2010/main" val="3360737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18051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273844"/>
            <a:ext cx="7886700" cy="994172"/>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628650" y="1369219"/>
            <a:ext cx="7886700" cy="326350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28650" y="4767263"/>
            <a:ext cx="2057400" cy="273844"/>
          </a:xfrm>
          <a:prstGeom prst="rect">
            <a:avLst/>
          </a:prstGeom>
        </p:spPr>
        <p:txBody>
          <a:bodyPr/>
          <a:lstStyle>
            <a:lvl1pPr>
              <a:defRPr/>
            </a:lvl1pPr>
          </a:lstStyle>
          <a:p>
            <a:pPr>
              <a:defRPr/>
            </a:pPr>
            <a:endParaRPr lang="en-US"/>
          </a:p>
        </p:txBody>
      </p:sp>
      <p:sp>
        <p:nvSpPr>
          <p:cNvPr id="5" name="Footer Placeholder 4"/>
          <p:cNvSpPr>
            <a:spLocks noGrp="1"/>
          </p:cNvSpPr>
          <p:nvPr>
            <p:ph type="ftr" sz="quarter" idx="11"/>
          </p:nvPr>
        </p:nvSpPr>
        <p:spPr>
          <a:xfrm>
            <a:off x="3028950" y="4767263"/>
            <a:ext cx="3086100" cy="273844"/>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6457950" y="4767263"/>
            <a:ext cx="2057400" cy="273844"/>
          </a:xfrm>
          <a:prstGeom prst="rect">
            <a:avLst/>
          </a:prstGeom>
        </p:spPr>
        <p:txBody>
          <a:bodyPr/>
          <a:lstStyle>
            <a:lvl1pPr>
              <a:defRPr/>
            </a:lvl1pPr>
          </a:lstStyle>
          <a:p>
            <a:pPr>
              <a:defRPr/>
            </a:pPr>
            <a:fld id="{134F0668-60AC-E24C-8E50-B74DE0FA4F02}" type="slidenum">
              <a:rPr lang="en-US" altLang="en-US"/>
              <a:pPr>
                <a:defRPr/>
              </a:pPr>
              <a:t>‹#›</a:t>
            </a:fld>
            <a:endParaRPr lang="en-US" altLang="en-US"/>
          </a:p>
        </p:txBody>
      </p:sp>
    </p:spTree>
    <p:extLst>
      <p:ext uri="{BB962C8B-B14F-4D97-AF65-F5344CB8AC3E}">
        <p14:creationId xmlns:p14="http://schemas.microsoft.com/office/powerpoint/2010/main" val="26510021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Full Page Blank">
    <p:spTree>
      <p:nvGrpSpPr>
        <p:cNvPr id="1" name=""/>
        <p:cNvGrpSpPr/>
        <p:nvPr/>
      </p:nvGrpSpPr>
      <p:grpSpPr>
        <a:xfrm>
          <a:off x="0" y="0"/>
          <a:ext cx="0" cy="0"/>
          <a:chOff x="0" y="0"/>
          <a:chExt cx="0" cy="0"/>
        </a:xfrm>
      </p:grpSpPr>
      <p:sp>
        <p:nvSpPr>
          <p:cNvPr id="4" name="Title 1"/>
          <p:cNvSpPr>
            <a:spLocks noGrp="1"/>
          </p:cNvSpPr>
          <p:nvPr>
            <p:ph type="title"/>
          </p:nvPr>
        </p:nvSpPr>
        <p:spPr>
          <a:xfrm>
            <a:off x="252349" y="274678"/>
            <a:ext cx="8562392"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23062657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ull Page w/ Bullets">
    <p:spTree>
      <p:nvGrpSpPr>
        <p:cNvPr id="1" name=""/>
        <p:cNvGrpSpPr/>
        <p:nvPr/>
      </p:nvGrpSpPr>
      <p:grpSpPr>
        <a:xfrm>
          <a:off x="0" y="0"/>
          <a:ext cx="0" cy="0"/>
          <a:chOff x="0" y="0"/>
          <a:chExt cx="0" cy="0"/>
        </a:xfrm>
      </p:grpSpPr>
      <p:sp>
        <p:nvSpPr>
          <p:cNvPr id="10" name="Content Placeholder 5"/>
          <p:cNvSpPr>
            <a:spLocks noGrp="1"/>
          </p:cNvSpPr>
          <p:nvPr>
            <p:ph sz="quarter" idx="10"/>
          </p:nvPr>
        </p:nvSpPr>
        <p:spPr>
          <a:xfrm>
            <a:off x="252349" y="1268453"/>
            <a:ext cx="8280166" cy="3519917"/>
          </a:xfrm>
          <a:prstGeom prst="rect">
            <a:avLst/>
          </a:prstGeom>
        </p:spPr>
        <p:txBody>
          <a:bodyPr/>
          <a:lstStyle>
            <a:lvl1pPr>
              <a:defRPr sz="2000">
                <a:latin typeface="Helvetica" charset="0"/>
                <a:ea typeface="Helvetica" charset="0"/>
                <a:cs typeface="Helvetica" charset="0"/>
              </a:defRPr>
            </a:lvl1pPr>
            <a:lvl2pPr>
              <a:defRPr sz="1800">
                <a:latin typeface="Helvetica" charset="0"/>
                <a:ea typeface="Helvetica" charset="0"/>
                <a:cs typeface="Helvetica" charset="0"/>
              </a:defRPr>
            </a:lvl2pPr>
            <a:lvl3pPr>
              <a:defRPr sz="1800">
                <a:latin typeface="Helvetica" charset="0"/>
                <a:ea typeface="Helvetica" charset="0"/>
                <a:cs typeface="Helvetica" charset="0"/>
              </a:defRPr>
            </a:lvl3pPr>
            <a:lvl4pPr>
              <a:defRPr sz="1800">
                <a:latin typeface="Helvetica" charset="0"/>
                <a:ea typeface="Helvetica" charset="0"/>
                <a:cs typeface="Helvetica" charset="0"/>
              </a:defRPr>
            </a:lvl4pPr>
            <a:lvl5pPr>
              <a:defRPr sz="1800">
                <a:latin typeface="Helvetica" charset="0"/>
                <a:ea typeface="Helvetica" charset="0"/>
                <a:cs typeface="Helvetica"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1"/>
          <p:cNvSpPr>
            <a:spLocks noGrp="1"/>
          </p:cNvSpPr>
          <p:nvPr>
            <p:ph type="title"/>
          </p:nvPr>
        </p:nvSpPr>
        <p:spPr>
          <a:xfrm>
            <a:off x="252349" y="274678"/>
            <a:ext cx="8280166"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41825185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ull Page w/ Text">
    <p:spTree>
      <p:nvGrpSpPr>
        <p:cNvPr id="1" name=""/>
        <p:cNvGrpSpPr/>
        <p:nvPr/>
      </p:nvGrpSpPr>
      <p:grpSpPr>
        <a:xfrm>
          <a:off x="0" y="0"/>
          <a:ext cx="0" cy="0"/>
          <a:chOff x="0" y="0"/>
          <a:chExt cx="0" cy="0"/>
        </a:xfrm>
      </p:grpSpPr>
      <p:sp>
        <p:nvSpPr>
          <p:cNvPr id="4" name="Content Placeholder 4"/>
          <p:cNvSpPr>
            <a:spLocks noGrp="1"/>
          </p:cNvSpPr>
          <p:nvPr>
            <p:ph sz="quarter" idx="10" hasCustomPrompt="1"/>
          </p:nvPr>
        </p:nvSpPr>
        <p:spPr>
          <a:xfrm>
            <a:off x="252347" y="1268453"/>
            <a:ext cx="8449503" cy="3286125"/>
          </a:xfrm>
          <a:prstGeom prst="rect">
            <a:avLst/>
          </a:prstGeom>
        </p:spPr>
        <p:txBody>
          <a:bodyPr/>
          <a:lstStyle>
            <a:lvl1pPr marL="0" indent="0">
              <a:buFont typeface="Arial"/>
              <a:buNone/>
              <a:defRPr sz="2000">
                <a:latin typeface="Helvetica" charset="0"/>
                <a:ea typeface="Helvetica" charset="0"/>
                <a:cs typeface="Helvetica" charset="0"/>
              </a:defRPr>
            </a:lvl1pPr>
          </a:lstStyle>
          <a:p>
            <a:r>
              <a:rPr lang="en-US" b="1" dirty="0" err="1">
                <a:latin typeface="Helvetica"/>
                <a:cs typeface="Helvetica"/>
              </a:rPr>
              <a:t>Lorem</a:t>
            </a:r>
            <a:r>
              <a:rPr lang="en-US" b="1" dirty="0">
                <a:latin typeface="Helvetica"/>
                <a:cs typeface="Helvetica"/>
              </a:rPr>
              <a:t> </a:t>
            </a:r>
            <a:r>
              <a:rPr lang="en-US" b="1" dirty="0" err="1">
                <a:latin typeface="Helvetica"/>
                <a:cs typeface="Helvetica"/>
              </a:rPr>
              <a:t>Ipsum</a:t>
            </a:r>
            <a:r>
              <a:rPr lang="en-US" b="1" dirty="0">
                <a:latin typeface="Helvetica"/>
                <a:cs typeface="Helvetica"/>
              </a:rPr>
              <a:t> is simply dummy text </a:t>
            </a:r>
          </a:p>
          <a:p>
            <a:r>
              <a:rPr lang="en-US" sz="1800" dirty="0"/>
              <a:t>of the printing and typesetting industry. </a:t>
            </a:r>
            <a:r>
              <a:rPr lang="en-US" sz="1800" dirty="0" err="1"/>
              <a:t>Lorem</a:t>
            </a:r>
            <a:r>
              <a:rPr lang="en-US" sz="1800" dirty="0"/>
              <a:t> </a:t>
            </a:r>
            <a:r>
              <a:rPr lang="en-US" sz="1800" dirty="0" err="1"/>
              <a:t>Ipsum</a:t>
            </a:r>
            <a:r>
              <a:rPr lang="en-US" sz="1800" dirty="0"/>
              <a:t> has been the industry's standard dummy text ever since the 1500s, when an unknown printer took a galley of type and scrambled it to make a type specimen book. </a:t>
            </a:r>
          </a:p>
          <a:p>
            <a:endParaRPr lang="en-US" sz="1800" dirty="0"/>
          </a:p>
          <a:p>
            <a:r>
              <a:rPr lang="en-US" b="1" dirty="0"/>
              <a:t>It has survived</a:t>
            </a:r>
          </a:p>
          <a:p>
            <a:pPr marL="285750" indent="-285750">
              <a:buFont typeface="Arial"/>
              <a:buChar char="•"/>
            </a:pPr>
            <a:r>
              <a:rPr lang="en-US" sz="1800" dirty="0"/>
              <a:t>not only five centuries</a:t>
            </a:r>
          </a:p>
          <a:p>
            <a:pPr marL="285750" indent="-285750">
              <a:buFont typeface="Arial"/>
              <a:buChar char="•"/>
            </a:pPr>
            <a:r>
              <a:rPr lang="en-US" sz="1800" dirty="0"/>
              <a:t>but also the leap into electronic typesetting, </a:t>
            </a:r>
          </a:p>
          <a:p>
            <a:pPr marL="285750" indent="-285750">
              <a:buFont typeface="Arial"/>
              <a:buChar char="•"/>
            </a:pPr>
            <a:r>
              <a:rPr lang="en-US" sz="1800" dirty="0"/>
              <a:t>remaining essentially unchanged. </a:t>
            </a:r>
          </a:p>
        </p:txBody>
      </p:sp>
      <p:sp>
        <p:nvSpPr>
          <p:cNvPr id="5" name="Title 1"/>
          <p:cNvSpPr>
            <a:spLocks noGrp="1"/>
          </p:cNvSpPr>
          <p:nvPr>
            <p:ph type="title"/>
          </p:nvPr>
        </p:nvSpPr>
        <p:spPr>
          <a:xfrm>
            <a:off x="252348" y="274678"/>
            <a:ext cx="8449503"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30929079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ull Page w/ Text + Graphic">
    <p:spTree>
      <p:nvGrpSpPr>
        <p:cNvPr id="1" name=""/>
        <p:cNvGrpSpPr/>
        <p:nvPr/>
      </p:nvGrpSpPr>
      <p:grpSpPr>
        <a:xfrm>
          <a:off x="0" y="0"/>
          <a:ext cx="0" cy="0"/>
          <a:chOff x="0" y="0"/>
          <a:chExt cx="0" cy="0"/>
        </a:xfrm>
      </p:grpSpPr>
      <p:sp>
        <p:nvSpPr>
          <p:cNvPr id="5" name="Content Placeholder 4"/>
          <p:cNvSpPr>
            <a:spLocks noGrp="1"/>
          </p:cNvSpPr>
          <p:nvPr>
            <p:ph sz="quarter" idx="10" hasCustomPrompt="1"/>
          </p:nvPr>
        </p:nvSpPr>
        <p:spPr>
          <a:xfrm>
            <a:off x="233538" y="1110075"/>
            <a:ext cx="3595277" cy="3612444"/>
          </a:xfrm>
          <a:prstGeom prst="rect">
            <a:avLst/>
          </a:prstGeom>
        </p:spPr>
        <p:txBody>
          <a:bodyPr/>
          <a:lstStyle>
            <a:lvl1pPr marL="0" indent="0">
              <a:buFont typeface="Arial"/>
              <a:buNone/>
              <a:defRPr sz="2000">
                <a:latin typeface="Helvetica" charset="0"/>
                <a:ea typeface="Helvetica" charset="0"/>
                <a:cs typeface="Helvetica" charset="0"/>
              </a:defRPr>
            </a:lvl1pPr>
          </a:lstStyle>
          <a:p>
            <a:r>
              <a:rPr lang="en-US" b="1" dirty="0" err="1">
                <a:latin typeface="Helvetica"/>
                <a:cs typeface="Helvetica"/>
              </a:rPr>
              <a:t>Lorem</a:t>
            </a:r>
            <a:r>
              <a:rPr lang="en-US" b="1" dirty="0">
                <a:latin typeface="Helvetica"/>
                <a:cs typeface="Helvetica"/>
              </a:rPr>
              <a:t> </a:t>
            </a:r>
            <a:r>
              <a:rPr lang="en-US" b="1" dirty="0" err="1">
                <a:latin typeface="Helvetica"/>
                <a:cs typeface="Helvetica"/>
              </a:rPr>
              <a:t>Ipsum</a:t>
            </a:r>
            <a:r>
              <a:rPr lang="en-US" b="1" dirty="0">
                <a:latin typeface="Helvetica"/>
                <a:cs typeface="Helvetica"/>
              </a:rPr>
              <a:t> is simply dummy text.</a:t>
            </a:r>
          </a:p>
          <a:p>
            <a:endParaRPr lang="en-US" sz="1800" dirty="0"/>
          </a:p>
          <a:p>
            <a:r>
              <a:rPr lang="en-US" b="1" dirty="0"/>
              <a:t>It has survived</a:t>
            </a:r>
          </a:p>
          <a:p>
            <a:pPr marL="285750" indent="-285750">
              <a:buFont typeface="Arial"/>
              <a:buChar char="•"/>
            </a:pPr>
            <a:r>
              <a:rPr lang="en-US" sz="1800" dirty="0"/>
              <a:t>not only five centuries</a:t>
            </a:r>
          </a:p>
          <a:p>
            <a:pPr marL="285750" indent="-285750">
              <a:buFont typeface="Arial"/>
              <a:buChar char="•"/>
            </a:pPr>
            <a:r>
              <a:rPr lang="en-US" sz="1800" dirty="0"/>
              <a:t>but also the leap into electronic typesetting, </a:t>
            </a:r>
          </a:p>
          <a:p>
            <a:pPr marL="285750" indent="-285750">
              <a:buFont typeface="Arial"/>
              <a:buChar char="•"/>
            </a:pPr>
            <a:r>
              <a:rPr lang="en-US" sz="1800" dirty="0"/>
              <a:t>remaining essentially unchanged. </a:t>
            </a:r>
          </a:p>
        </p:txBody>
      </p:sp>
      <p:sp>
        <p:nvSpPr>
          <p:cNvPr id="6" name="Chart Placeholder 3"/>
          <p:cNvSpPr>
            <a:spLocks noGrp="1"/>
          </p:cNvSpPr>
          <p:nvPr>
            <p:ph type="chart" sz="quarter" idx="11"/>
          </p:nvPr>
        </p:nvSpPr>
        <p:spPr>
          <a:xfrm>
            <a:off x="3828815" y="1110075"/>
            <a:ext cx="4948296" cy="3612444"/>
          </a:xfrm>
          <a:prstGeom prst="rect">
            <a:avLst/>
          </a:prstGeom>
        </p:spPr>
        <p:txBody>
          <a:bodyPr/>
          <a:lstStyle>
            <a:lvl1pPr marL="0" indent="0">
              <a:buNone/>
              <a:defRPr/>
            </a:lvl1pPr>
          </a:lstStyle>
          <a:p>
            <a:endParaRPr lang="en-US" dirty="0"/>
          </a:p>
        </p:txBody>
      </p:sp>
      <p:sp>
        <p:nvSpPr>
          <p:cNvPr id="10" name="Title 1"/>
          <p:cNvSpPr>
            <a:spLocks noGrp="1"/>
          </p:cNvSpPr>
          <p:nvPr>
            <p:ph type="title"/>
          </p:nvPr>
        </p:nvSpPr>
        <p:spPr>
          <a:xfrm>
            <a:off x="252348" y="274678"/>
            <a:ext cx="8186095"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16719838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Page w/ Graphic">
    <p:spTree>
      <p:nvGrpSpPr>
        <p:cNvPr id="1" name=""/>
        <p:cNvGrpSpPr/>
        <p:nvPr/>
      </p:nvGrpSpPr>
      <p:grpSpPr>
        <a:xfrm>
          <a:off x="0" y="0"/>
          <a:ext cx="0" cy="0"/>
          <a:chOff x="0" y="0"/>
          <a:chExt cx="0" cy="0"/>
        </a:xfrm>
      </p:grpSpPr>
      <p:sp>
        <p:nvSpPr>
          <p:cNvPr id="4" name="Chart Placeholder 3"/>
          <p:cNvSpPr>
            <a:spLocks noGrp="1"/>
          </p:cNvSpPr>
          <p:nvPr>
            <p:ph type="chart" sz="quarter" idx="10"/>
          </p:nvPr>
        </p:nvSpPr>
        <p:spPr>
          <a:xfrm>
            <a:off x="252349" y="1268453"/>
            <a:ext cx="8110832" cy="3564316"/>
          </a:xfrm>
          <a:prstGeom prst="rect">
            <a:avLst/>
          </a:prstGeom>
        </p:spPr>
        <p:txBody>
          <a:bodyPr/>
          <a:lstStyle>
            <a:lvl1pPr marL="0" indent="0">
              <a:buNone/>
              <a:defRPr sz="2000">
                <a:latin typeface="Helvetica" charset="0"/>
                <a:ea typeface="Helvetica" charset="0"/>
                <a:cs typeface="Helvetica" charset="0"/>
              </a:defRPr>
            </a:lvl1pPr>
          </a:lstStyle>
          <a:p>
            <a:endParaRPr lang="en-US" dirty="0"/>
          </a:p>
        </p:txBody>
      </p:sp>
      <p:sp>
        <p:nvSpPr>
          <p:cNvPr id="5" name="Title 1"/>
          <p:cNvSpPr>
            <a:spLocks noGrp="1"/>
          </p:cNvSpPr>
          <p:nvPr>
            <p:ph type="title"/>
          </p:nvPr>
        </p:nvSpPr>
        <p:spPr>
          <a:xfrm>
            <a:off x="252348" y="274678"/>
            <a:ext cx="8186095"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29975240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Half Page BLANK">
    <p:spTree>
      <p:nvGrpSpPr>
        <p:cNvPr id="1" name=""/>
        <p:cNvGrpSpPr/>
        <p:nvPr/>
      </p:nvGrpSpPr>
      <p:grpSpPr>
        <a:xfrm>
          <a:off x="0" y="0"/>
          <a:ext cx="0" cy="0"/>
          <a:chOff x="0" y="0"/>
          <a:chExt cx="0" cy="0"/>
        </a:xfrm>
      </p:grpSpPr>
      <p:sp>
        <p:nvSpPr>
          <p:cNvPr id="2" name="Title 1"/>
          <p:cNvSpPr>
            <a:spLocks noGrp="1"/>
          </p:cNvSpPr>
          <p:nvPr>
            <p:ph type="title"/>
          </p:nvPr>
        </p:nvSpPr>
        <p:spPr>
          <a:xfrm>
            <a:off x="252349" y="274679"/>
            <a:ext cx="6182318" cy="993775"/>
          </a:xfrm>
          <a:prstGeom prst="rect">
            <a:avLst/>
          </a:prstGeom>
        </p:spPr>
        <p:txBody>
          <a:bodyPr/>
          <a:lstStyle>
            <a:lvl1pPr algn="l">
              <a:defRPr lang="en-US" sz="40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261708428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theme" Target="../theme/theme2.xml"/><Relationship Id="rId5" Type="http://schemas.openxmlformats.org/officeDocument/2006/relationships/image" Target="../media/image1.jpg"/><Relationship Id="rId4" Type="http://schemas.openxmlformats.org/officeDocument/2006/relationships/image" Target="../media/image4.png"/></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8.xml"/><Relationship Id="rId7" Type="http://schemas.openxmlformats.org/officeDocument/2006/relationships/theme" Target="../theme/theme3.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10" Type="http://schemas.openxmlformats.org/officeDocument/2006/relationships/image" Target="../media/image4.png"/><Relationship Id="rId4" Type="http://schemas.openxmlformats.org/officeDocument/2006/relationships/slideLayout" Target="../slideLayouts/slideLayout9.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xmlns="" id="{13BCFA4D-1CC5-4243-98FC-591DF878C6E5}"/>
              </a:ext>
            </a:extLst>
          </p:cNvPr>
          <p:cNvPicPr>
            <a:picLocks noChangeAspect="1"/>
          </p:cNvPicPr>
          <p:nvPr userDrawn="1"/>
        </p:nvPicPr>
        <p:blipFill>
          <a:blip r:embed="rId7"/>
          <a:stretch>
            <a:fillRect/>
          </a:stretch>
        </p:blipFill>
        <p:spPr>
          <a:xfrm>
            <a:off x="0" y="0"/>
            <a:ext cx="9144000" cy="5143500"/>
          </a:xfrm>
          <a:prstGeom prst="rect">
            <a:avLst/>
          </a:prstGeom>
        </p:spPr>
      </p:pic>
    </p:spTree>
    <p:extLst>
      <p:ext uri="{BB962C8B-B14F-4D97-AF65-F5344CB8AC3E}">
        <p14:creationId xmlns:p14="http://schemas.microsoft.com/office/powerpoint/2010/main" val="2311246210"/>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 name="Group 2"/>
          <p:cNvGrpSpPr/>
          <p:nvPr userDrawn="1"/>
        </p:nvGrpSpPr>
        <p:grpSpPr>
          <a:xfrm>
            <a:off x="0" y="0"/>
            <a:ext cx="9142647" cy="5144187"/>
            <a:chOff x="0" y="0"/>
            <a:chExt cx="9142647" cy="5144187"/>
          </a:xfrm>
        </p:grpSpPr>
        <p:pic>
          <p:nvPicPr>
            <p:cNvPr id="5" name="Picture 4"/>
            <p:cNvPicPr>
              <a:picLocks noChangeAspect="1"/>
            </p:cNvPicPr>
            <p:nvPr userDrawn="1"/>
          </p:nvPicPr>
          <p:blipFill>
            <a:blip r:embed="rId2"/>
            <a:stretch>
              <a:fillRect/>
            </a:stretch>
          </p:blipFill>
          <p:spPr>
            <a:xfrm flipH="1" flipV="1">
              <a:off x="5423765" y="2211757"/>
              <a:ext cx="3718882" cy="2932430"/>
            </a:xfrm>
            <a:prstGeom prst="rect">
              <a:avLst/>
            </a:prstGeom>
          </p:spPr>
        </p:pic>
        <p:pic>
          <p:nvPicPr>
            <p:cNvPr id="6" name="Picture 5">
              <a:extLst>
                <a:ext uri="{FF2B5EF4-FFF2-40B4-BE49-F238E27FC236}">
                  <a16:creationId xmlns:a16="http://schemas.microsoft.com/office/drawing/2014/main" xmlns="" id="{5BC3A035-B0EE-3A43-AADA-02BA46FB0931}"/>
                </a:ext>
              </a:extLst>
            </p:cNvPr>
            <p:cNvPicPr>
              <a:picLocks noChangeAspect="1"/>
            </p:cNvPicPr>
            <p:nvPr userDrawn="1"/>
          </p:nvPicPr>
          <p:blipFill>
            <a:blip r:embed="rId3"/>
            <a:stretch>
              <a:fillRect/>
            </a:stretch>
          </p:blipFill>
          <p:spPr>
            <a:xfrm>
              <a:off x="8111132" y="4644572"/>
              <a:ext cx="945783" cy="401634"/>
            </a:xfrm>
            <a:prstGeom prst="rect">
              <a:avLst/>
            </a:prstGeom>
          </p:spPr>
        </p:pic>
        <p:pic>
          <p:nvPicPr>
            <p:cNvPr id="7" name="Picture 6"/>
            <p:cNvPicPr>
              <a:picLocks noChangeAspect="1"/>
            </p:cNvPicPr>
            <p:nvPr userDrawn="1"/>
          </p:nvPicPr>
          <p:blipFill>
            <a:blip r:embed="rId4"/>
            <a:stretch>
              <a:fillRect/>
            </a:stretch>
          </p:blipFill>
          <p:spPr>
            <a:xfrm>
              <a:off x="0" y="0"/>
              <a:ext cx="3719590" cy="2933934"/>
            </a:xfrm>
            <a:prstGeom prst="rect">
              <a:avLst/>
            </a:prstGeom>
          </p:spPr>
        </p:pic>
      </p:grpSp>
      <p:pic>
        <p:nvPicPr>
          <p:cNvPr id="8" name="Picture 7">
            <a:extLst>
              <a:ext uri="{FF2B5EF4-FFF2-40B4-BE49-F238E27FC236}">
                <a16:creationId xmlns:a16="http://schemas.microsoft.com/office/drawing/2014/main" xmlns="" id="{13BCFA4D-1CC5-4243-98FC-591DF878C6E5}"/>
              </a:ext>
            </a:extLst>
          </p:cNvPr>
          <p:cNvPicPr>
            <a:picLocks noChangeAspect="1"/>
          </p:cNvPicPr>
          <p:nvPr userDrawn="1"/>
        </p:nvPicPr>
        <p:blipFill>
          <a:blip r:embed="rId5"/>
          <a:stretch>
            <a:fillRect/>
          </a:stretch>
        </p:blipFill>
        <p:spPr>
          <a:xfrm>
            <a:off x="0" y="0"/>
            <a:ext cx="9144000" cy="5143500"/>
          </a:xfrm>
          <a:prstGeom prst="rect">
            <a:avLst/>
          </a:prstGeom>
        </p:spPr>
      </p:pic>
    </p:spTree>
    <p:extLst>
      <p:ext uri="{BB962C8B-B14F-4D97-AF65-F5344CB8AC3E}">
        <p14:creationId xmlns:p14="http://schemas.microsoft.com/office/powerpoint/2010/main" val="1927365758"/>
      </p:ext>
    </p:extLst>
  </p:cSld>
  <p:clrMap bg1="lt1" tx1="dk1" bg2="lt2" tx2="dk2" accent1="accent1" accent2="accent2" accent3="accent3" accent4="accent4" accent5="accent5" accent6="accent6" hlink="hlink" folHlink="folHlink"/>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 name="Group 2"/>
          <p:cNvGrpSpPr/>
          <p:nvPr userDrawn="1"/>
        </p:nvGrpSpPr>
        <p:grpSpPr>
          <a:xfrm>
            <a:off x="0" y="0"/>
            <a:ext cx="9142647" cy="5144187"/>
            <a:chOff x="0" y="0"/>
            <a:chExt cx="9142647" cy="5144187"/>
          </a:xfrm>
        </p:grpSpPr>
        <p:pic>
          <p:nvPicPr>
            <p:cNvPr id="4" name="Picture 3"/>
            <p:cNvPicPr>
              <a:picLocks noChangeAspect="1"/>
            </p:cNvPicPr>
            <p:nvPr userDrawn="1"/>
          </p:nvPicPr>
          <p:blipFill>
            <a:blip r:embed="rId8"/>
            <a:stretch>
              <a:fillRect/>
            </a:stretch>
          </p:blipFill>
          <p:spPr>
            <a:xfrm flipH="1" flipV="1">
              <a:off x="5423765" y="2211757"/>
              <a:ext cx="3718882" cy="2932430"/>
            </a:xfrm>
            <a:prstGeom prst="rect">
              <a:avLst/>
            </a:prstGeom>
          </p:spPr>
        </p:pic>
        <p:pic>
          <p:nvPicPr>
            <p:cNvPr id="6" name="Picture 5">
              <a:extLst>
                <a:ext uri="{FF2B5EF4-FFF2-40B4-BE49-F238E27FC236}">
                  <a16:creationId xmlns:a16="http://schemas.microsoft.com/office/drawing/2014/main" xmlns="" id="{5BC3A035-B0EE-3A43-AADA-02BA46FB0931}"/>
                </a:ext>
              </a:extLst>
            </p:cNvPr>
            <p:cNvPicPr>
              <a:picLocks noChangeAspect="1"/>
            </p:cNvPicPr>
            <p:nvPr userDrawn="1"/>
          </p:nvPicPr>
          <p:blipFill>
            <a:blip r:embed="rId9"/>
            <a:stretch>
              <a:fillRect/>
            </a:stretch>
          </p:blipFill>
          <p:spPr>
            <a:xfrm>
              <a:off x="8111132" y="4644572"/>
              <a:ext cx="945783" cy="401634"/>
            </a:xfrm>
            <a:prstGeom prst="rect">
              <a:avLst/>
            </a:prstGeom>
          </p:spPr>
        </p:pic>
        <p:pic>
          <p:nvPicPr>
            <p:cNvPr id="7" name="Picture 6"/>
            <p:cNvPicPr>
              <a:picLocks noChangeAspect="1"/>
            </p:cNvPicPr>
            <p:nvPr userDrawn="1"/>
          </p:nvPicPr>
          <p:blipFill>
            <a:blip r:embed="rId10"/>
            <a:stretch>
              <a:fillRect/>
            </a:stretch>
          </p:blipFill>
          <p:spPr>
            <a:xfrm>
              <a:off x="0" y="0"/>
              <a:ext cx="3719590" cy="2933934"/>
            </a:xfrm>
            <a:prstGeom prst="rect">
              <a:avLst/>
            </a:prstGeom>
          </p:spPr>
        </p:pic>
      </p:grpSp>
    </p:spTree>
    <p:extLst>
      <p:ext uri="{BB962C8B-B14F-4D97-AF65-F5344CB8AC3E}">
        <p14:creationId xmlns:p14="http://schemas.microsoft.com/office/powerpoint/2010/main" val="304365610"/>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6" r:id="rId6"/>
  </p:sldLayoutIdLst>
  <p:txStyles>
    <p:titleStyle>
      <a:lvl1pPr algn="l" defTabSz="457200" rtl="0" eaLnBrk="1" latinLnBrk="0" hangingPunct="1">
        <a:spcBef>
          <a:spcPct val="0"/>
        </a:spcBef>
        <a:buNone/>
        <a:defRPr sz="4400" kern="1200">
          <a:solidFill>
            <a:schemeClr val="tx1"/>
          </a:solidFill>
          <a:latin typeface="+mj-lt"/>
          <a:ea typeface="+mj-ea"/>
          <a:cs typeface="+mj-cs"/>
        </a:defRPr>
      </a:lvl1pPr>
    </p:titleStyle>
    <p:bodyStyle>
      <a:lvl1pPr marL="0" indent="0" algn="l" defTabSz="457200" rtl="0" eaLnBrk="1" latinLnBrk="0" hangingPunct="1">
        <a:spcBef>
          <a:spcPct val="20000"/>
        </a:spcBef>
        <a:buFont typeface="Arial"/>
        <a:buNone/>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6.wmf"/><Relationship Id="rId13" Type="http://schemas.openxmlformats.org/officeDocument/2006/relationships/image" Target="../media/image10.png"/><Relationship Id="rId3" Type="http://schemas.openxmlformats.org/officeDocument/2006/relationships/notesSlide" Target="../notesSlides/notesSlide1.xml"/><Relationship Id="rId7" Type="http://schemas.openxmlformats.org/officeDocument/2006/relationships/oleObject" Target="../embeddings/oleObject10.bin"/><Relationship Id="rId2" Type="http://schemas.openxmlformats.org/officeDocument/2006/relationships/slideLayout" Target="../slideLayouts/slideLayout6.xml"/><Relationship Id="rId1" Type="http://schemas.openxmlformats.org/officeDocument/2006/relationships/vmlDrawing" Target="../drawings/vmlDrawing1.vml"/><Relationship Id="rId6" Type="http://schemas.openxmlformats.org/officeDocument/2006/relationships/image" Target="../media/image6.wmf"/><Relationship Id="rId5" Type="http://schemas.openxmlformats.org/officeDocument/2006/relationships/oleObject" Target="../embeddings/oleObject1.bin"/><Relationship Id="rId15" Type="http://schemas.openxmlformats.org/officeDocument/2006/relationships/image" Target="../media/image11.png"/><Relationship Id="rId4" Type="http://schemas.openxmlformats.org/officeDocument/2006/relationships/image" Target="../media/image8.png"/><Relationship Id="rId9" Type="http://schemas.openxmlformats.org/officeDocument/2006/relationships/image" Target="../media/image9.png"/><Relationship Id="rId1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hyperlink" Target="https://www.kaggle.com/russellyates88/suicide-rates-overview-1985-to-2016" TargetMode="External"/><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12.jpg"/></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0.pn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nvSpPr>
        <p:spPr>
          <a:xfrm>
            <a:off x="117956" y="228858"/>
            <a:ext cx="5691763" cy="712848"/>
          </a:xfrm>
          <a:prstGeom prst="rect">
            <a:avLst/>
          </a:prstGeom>
        </p:spPr>
        <p:txBody>
          <a:bodyPr/>
          <a:lstStyle>
            <a:lvl1pPr algn="l" defTabSz="457200" rtl="0" eaLnBrk="1" latinLnBrk="0" hangingPunct="1">
              <a:spcBef>
                <a:spcPct val="0"/>
              </a:spcBef>
              <a:buNone/>
              <a:defRPr lang="en-US" sz="4000" b="0" i="0" kern="1200" dirty="0">
                <a:solidFill>
                  <a:schemeClr val="tx1"/>
                </a:solidFill>
                <a:latin typeface="Vitesse Bold"/>
                <a:ea typeface="Vitesse" charset="0"/>
                <a:cs typeface="Vitesse Bold"/>
              </a:defRPr>
            </a:lvl1pPr>
          </a:lstStyle>
          <a:p>
            <a:r>
              <a:rPr lang="en-US" sz="3600" dirty="0">
                <a:latin typeface="Vitesse" charset="0"/>
                <a:cs typeface="Vitesse" charset="0"/>
              </a:rPr>
              <a:t>Regression Analysis</a:t>
            </a:r>
          </a:p>
        </p:txBody>
      </p:sp>
      <p:sp>
        <p:nvSpPr>
          <p:cNvPr id="6" name="Text Placeholder 2"/>
          <p:cNvSpPr>
            <a:spLocks noGrp="1"/>
          </p:cNvSpPr>
          <p:nvPr/>
        </p:nvSpPr>
        <p:spPr>
          <a:xfrm>
            <a:off x="129908" y="740369"/>
            <a:ext cx="5511340" cy="542236"/>
          </a:xfrm>
          <a:prstGeom prst="rect">
            <a:avLst/>
          </a:prstGeom>
        </p:spPr>
        <p:txBody>
          <a:bodyPr/>
          <a:lstStyle>
            <a:lvl1pPr marL="0" indent="0" algn="l" defTabSz="457200" rtl="0" eaLnBrk="1" latinLnBrk="0" hangingPunct="1">
              <a:spcBef>
                <a:spcPct val="20000"/>
              </a:spcBef>
              <a:buFont typeface="Arial"/>
              <a:buNone/>
              <a:defRPr lang="en-US" sz="3000" b="0" i="0" kern="1200" dirty="0">
                <a:solidFill>
                  <a:schemeClr val="tx2"/>
                </a:solidFill>
                <a:latin typeface="Vitesse Medium" charset="0"/>
                <a:ea typeface="Vitesse Medium" charset="0"/>
                <a:cs typeface="Vitesse Medium"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kumimoji="1" lang="en-US" altLang="zh-CN" sz="2400" dirty="0"/>
              <a:t>Analysis of Variance</a:t>
            </a:r>
            <a:endParaRPr kumimoji="1" lang="zh-CN" altLang="en-US" sz="2400" dirty="0"/>
          </a:p>
        </p:txBody>
      </p:sp>
      <p:sp>
        <p:nvSpPr>
          <p:cNvPr id="7" name="Text Placeholder 3"/>
          <p:cNvSpPr>
            <a:spLocks noGrp="1"/>
          </p:cNvSpPr>
          <p:nvPr/>
        </p:nvSpPr>
        <p:spPr>
          <a:xfrm>
            <a:off x="117957" y="2018346"/>
            <a:ext cx="4305091" cy="432669"/>
          </a:xfrm>
          <a:prstGeom prst="rect">
            <a:avLst/>
          </a:prstGeom>
        </p:spPr>
        <p:txBody>
          <a:bodyPr anchor="ctr"/>
          <a:lstStyle>
            <a:lvl1pPr marL="0" indent="0" algn="l" defTabSz="457200" rtl="0" eaLnBrk="1" latinLnBrk="0" hangingPunct="1">
              <a:lnSpc>
                <a:spcPts val="1400"/>
              </a:lnSpc>
              <a:spcBef>
                <a:spcPct val="20000"/>
              </a:spcBef>
              <a:buFont typeface="Arial"/>
              <a:buNone/>
              <a:defRPr lang="en-US" sz="2400" b="1" kern="1200" baseline="0" dirty="0">
                <a:solidFill>
                  <a:srgbClr val="EEB211"/>
                </a:solidFill>
                <a:latin typeface="Helvetica" charset="0"/>
                <a:ea typeface="Helvetica" charset="0"/>
                <a:cs typeface="Helvetica"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dirty="0"/>
          </a:p>
          <a:p>
            <a:r>
              <a:rPr lang="en-US" dirty="0" err="1"/>
              <a:t>Nicoleta</a:t>
            </a:r>
            <a:r>
              <a:rPr lang="en-US" dirty="0"/>
              <a:t> </a:t>
            </a:r>
            <a:r>
              <a:rPr lang="en-US" dirty="0" err="1"/>
              <a:t>Serban</a:t>
            </a:r>
            <a:r>
              <a:rPr lang="en-US" dirty="0"/>
              <a:t>, Ph.D. </a:t>
            </a:r>
          </a:p>
        </p:txBody>
      </p:sp>
      <p:sp>
        <p:nvSpPr>
          <p:cNvPr id="8" name="Text Placeholder 4"/>
          <p:cNvSpPr>
            <a:spLocks noGrp="1"/>
          </p:cNvSpPr>
          <p:nvPr/>
        </p:nvSpPr>
        <p:spPr>
          <a:xfrm>
            <a:off x="108550" y="2376336"/>
            <a:ext cx="4305091" cy="254281"/>
          </a:xfrm>
          <a:prstGeom prst="rect">
            <a:avLst/>
          </a:prstGeom>
        </p:spPr>
        <p:txBody>
          <a:bodyPr/>
          <a:lstStyle>
            <a:lvl1pPr marL="0" indent="0" algn="l" defTabSz="457200" rtl="0" eaLnBrk="1" latinLnBrk="0" hangingPunct="1">
              <a:spcBef>
                <a:spcPct val="20000"/>
              </a:spcBef>
              <a:buFont typeface="Arial"/>
              <a:buNone/>
              <a:defRPr sz="1600" b="0" i="1" kern="1200" baseline="0">
                <a:solidFill>
                  <a:schemeClr val="tx1"/>
                </a:solidFill>
                <a:latin typeface="Helvetica" charset="0"/>
                <a:ea typeface="Helvetica" charset="0"/>
                <a:cs typeface="Helvetica"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Professor </a:t>
            </a:r>
          </a:p>
        </p:txBody>
      </p:sp>
      <p:sp>
        <p:nvSpPr>
          <p:cNvPr id="9" name="Text Placeholder 5"/>
          <p:cNvSpPr>
            <a:spLocks noGrp="1"/>
          </p:cNvSpPr>
          <p:nvPr/>
        </p:nvSpPr>
        <p:spPr>
          <a:xfrm>
            <a:off x="57333" y="4124607"/>
            <a:ext cx="4305091" cy="878110"/>
          </a:xfrm>
          <a:prstGeom prst="rect">
            <a:avLst/>
          </a:prstGeom>
        </p:spPr>
        <p:txBody>
          <a:bodyPr/>
          <a:lstStyle>
            <a:lvl1pPr marL="0" indent="0" algn="l" defTabSz="457200" rtl="0" eaLnBrk="1" latinLnBrk="0" hangingPunct="1">
              <a:spcBef>
                <a:spcPct val="20000"/>
              </a:spcBef>
              <a:buFont typeface="Arial"/>
              <a:buNone/>
              <a:defRPr sz="1400" b="0" i="0" kern="1200" baseline="0">
                <a:solidFill>
                  <a:schemeClr val="tx2"/>
                </a:solidFill>
                <a:latin typeface="Helvetica" charset="0"/>
                <a:ea typeface="Helvetica" charset="0"/>
                <a:cs typeface="Helvetica"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dirty="0">
                <a:latin typeface="Helvetica" panose="020B0604020202020204" pitchFamily="34" charset="0"/>
                <a:ea typeface="Vitesse" charset="0"/>
                <a:cs typeface="Helvetica" panose="020B0604020202020204" pitchFamily="34" charset="0"/>
              </a:rPr>
              <a:t> Basics Concepts</a:t>
            </a:r>
          </a:p>
        </p:txBody>
      </p:sp>
      <p:sp>
        <p:nvSpPr>
          <p:cNvPr id="10" name="Text Placeholder 6"/>
          <p:cNvSpPr>
            <a:spLocks noGrp="1"/>
          </p:cNvSpPr>
          <p:nvPr/>
        </p:nvSpPr>
        <p:spPr>
          <a:xfrm>
            <a:off x="117956" y="2661666"/>
            <a:ext cx="4305091" cy="322253"/>
          </a:xfrm>
          <a:prstGeom prst="rect">
            <a:avLst/>
          </a:prstGeom>
        </p:spPr>
        <p:txBody>
          <a:bodyPr/>
          <a:lstStyle>
            <a:lvl1pPr marL="0" indent="0" algn="l" defTabSz="457200" rtl="0" eaLnBrk="1" latinLnBrk="0" hangingPunct="1">
              <a:spcBef>
                <a:spcPct val="20000"/>
              </a:spcBef>
              <a:buFont typeface="Arial"/>
              <a:buNone/>
              <a:defRPr sz="1200" b="0" i="0" kern="1200" baseline="0">
                <a:solidFill>
                  <a:schemeClr val="tx1"/>
                </a:solidFill>
                <a:latin typeface="Helvetica" charset="0"/>
                <a:ea typeface="Helvetica" charset="0"/>
                <a:cs typeface="Helvetica"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School of Industrial and Systems Engineering</a:t>
            </a:r>
          </a:p>
        </p:txBody>
      </p:sp>
    </p:spTree>
    <p:extLst>
      <p:ext uri="{BB962C8B-B14F-4D97-AF65-F5344CB8AC3E}">
        <p14:creationId xmlns:p14="http://schemas.microsoft.com/office/powerpoint/2010/main" val="169333927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l="15820" t="7499" r="15454" b="5507"/>
          <a:stretch/>
        </p:blipFill>
        <p:spPr>
          <a:xfrm>
            <a:off x="1237534" y="1285661"/>
            <a:ext cx="2069432" cy="2619446"/>
          </a:xfrm>
          <a:prstGeom prst="rect">
            <a:avLst/>
          </a:prstGeom>
        </p:spPr>
      </p:pic>
      <p:sp>
        <p:nvSpPr>
          <p:cNvPr id="2" name="Text Placeholder 1"/>
          <p:cNvSpPr>
            <a:spLocks noGrp="1"/>
          </p:cNvSpPr>
          <p:nvPr>
            <p:ph type="body" sz="quarter" idx="10"/>
          </p:nvPr>
        </p:nvSpPr>
        <p:spPr>
          <a:xfrm>
            <a:off x="143478" y="155391"/>
            <a:ext cx="4727575" cy="782917"/>
          </a:xfrm>
        </p:spPr>
        <p:txBody>
          <a:bodyPr anchor="ctr">
            <a:normAutofit/>
          </a:bodyPr>
          <a:lstStyle/>
          <a:p>
            <a:pPr>
              <a:spcBef>
                <a:spcPct val="0"/>
              </a:spcBef>
            </a:pPr>
            <a:r>
              <a:rPr lang="en-US" sz="3600" dirty="0">
                <a:latin typeface="Vitesse" charset="0"/>
                <a:ea typeface="Vitesse" charset="0"/>
                <a:cs typeface="Vitesse" charset="0"/>
              </a:rPr>
              <a:t>About This Lesson</a:t>
            </a:r>
          </a:p>
        </p:txBody>
      </p:sp>
    </p:spTree>
    <p:extLst>
      <p:ext uri="{BB962C8B-B14F-4D97-AF65-F5344CB8AC3E}">
        <p14:creationId xmlns:p14="http://schemas.microsoft.com/office/powerpoint/2010/main" val="149995530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7" name="Group 20"/>
          <p:cNvGrpSpPr>
            <a:grpSpLocks/>
          </p:cNvGrpSpPr>
          <p:nvPr/>
        </p:nvGrpSpPr>
        <p:grpSpPr bwMode="auto">
          <a:xfrm>
            <a:off x="127008" y="1005765"/>
            <a:ext cx="6697619" cy="372665"/>
            <a:chOff x="436" y="2304"/>
            <a:chExt cx="5132" cy="313"/>
          </a:xfrm>
        </p:grpSpPr>
        <mc:AlternateContent xmlns:mc="http://schemas.openxmlformats.org/markup-compatibility/2006" xmlns:a14="http://schemas.microsoft.com/office/drawing/2010/main">
          <mc:Choice Requires="a14">
            <p:sp>
              <p:nvSpPr>
                <p:cNvPr id="6160" name="Text Box 4"/>
                <p:cNvSpPr txBox="1">
                  <a:spLocks noChangeArrowheads="1"/>
                </p:cNvSpPr>
                <p:nvPr/>
              </p:nvSpPr>
              <p:spPr bwMode="auto">
                <a:xfrm>
                  <a:off x="436" y="2304"/>
                  <a:ext cx="4312" cy="31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eaLnBrk="0" fontAlgn="base" hangingPunct="0">
                    <a:spcBef>
                      <a:spcPct val="0"/>
                    </a:spcBef>
                    <a:spcAft>
                      <a:spcPct val="0"/>
                    </a:spcAft>
                    <a:defRPr>
                      <a:solidFill>
                        <a:schemeClr val="tx1"/>
                      </a:solidFill>
                      <a:latin typeface="Calibri" charset="0"/>
                      <a:ea typeface="MS PGothic" charset="-128"/>
                    </a:defRPr>
                  </a:lvl6pPr>
                  <a:lvl7pPr marL="2971800" indent="-228600" eaLnBrk="0" fontAlgn="base" hangingPunct="0">
                    <a:spcBef>
                      <a:spcPct val="0"/>
                    </a:spcBef>
                    <a:spcAft>
                      <a:spcPct val="0"/>
                    </a:spcAft>
                    <a:defRPr>
                      <a:solidFill>
                        <a:schemeClr val="tx1"/>
                      </a:solidFill>
                      <a:latin typeface="Calibri" charset="0"/>
                      <a:ea typeface="MS PGothic" charset="-128"/>
                    </a:defRPr>
                  </a:lvl7pPr>
                  <a:lvl8pPr marL="3429000" indent="-228600" eaLnBrk="0" fontAlgn="base" hangingPunct="0">
                    <a:spcBef>
                      <a:spcPct val="0"/>
                    </a:spcBef>
                    <a:spcAft>
                      <a:spcPct val="0"/>
                    </a:spcAft>
                    <a:defRPr>
                      <a:solidFill>
                        <a:schemeClr val="tx1"/>
                      </a:solidFill>
                      <a:latin typeface="Calibri" charset="0"/>
                      <a:ea typeface="MS PGothic" charset="-128"/>
                    </a:defRPr>
                  </a:lvl8pPr>
                  <a:lvl9pPr marL="3886200" indent="-228600" eaLnBrk="0" fontAlgn="base" hangingPunct="0">
                    <a:spcBef>
                      <a:spcPct val="0"/>
                    </a:spcBef>
                    <a:spcAft>
                      <a:spcPct val="0"/>
                    </a:spcAft>
                    <a:defRPr>
                      <a:solidFill>
                        <a:schemeClr val="tx1"/>
                      </a:solidFill>
                      <a:latin typeface="Calibri" charset="0"/>
                      <a:ea typeface="MS PGothic" charset="-128"/>
                    </a:defRPr>
                  </a:lvl9pPr>
                </a:lstStyle>
                <a:p>
                  <a:pPr>
                    <a:spcBef>
                      <a:spcPct val="50000"/>
                    </a:spcBef>
                  </a:pPr>
                  <a:r>
                    <a:rPr lang="en-US" altLang="en-US" sz="1800" dirty="0">
                      <a:latin typeface="Helvetica" charset="0"/>
                      <a:ea typeface="Helvetica" charset="0"/>
                      <a:cs typeface="Helvetica" charset="0"/>
                    </a:rPr>
                    <a:t>Population 1: (</a:t>
                  </a:r>
                  <a14:m>
                    <m:oMath xmlns:m="http://schemas.openxmlformats.org/officeDocument/2006/math">
                      <m:r>
                        <a:rPr lang="en-US" altLang="en-US" i="1" dirty="0">
                          <a:latin typeface="Cambria Math" panose="02040503050406030204" pitchFamily="18" charset="0"/>
                          <a:ea typeface="Cambria Math" panose="02040503050406030204" pitchFamily="18" charset="0"/>
                          <a:cs typeface="Cambria Math" charset="0"/>
                        </a:rPr>
                        <m:t>𝜇</m:t>
                      </m:r>
                    </m:oMath>
                  </a14:m>
                  <a:r>
                    <a:rPr lang="en-US" altLang="en-US" sz="1800" baseline="-25000" dirty="0">
                      <a:latin typeface="Helvetica" charset="0"/>
                      <a:ea typeface="Helvetica" charset="0"/>
                      <a:cs typeface="Helvetica" charset="0"/>
                    </a:rPr>
                    <a:t>1</a:t>
                  </a:r>
                  <a:r>
                    <a:rPr lang="en-US" altLang="en-US" sz="1800" dirty="0">
                      <a:latin typeface="Helvetica" charset="0"/>
                      <a:ea typeface="Helvetica" charset="0"/>
                      <a:cs typeface="Helvetica" charset="0"/>
                    </a:rPr>
                    <a:t>, </a:t>
                  </a:r>
                  <a14:m>
                    <m:oMath xmlns:m="http://schemas.openxmlformats.org/officeDocument/2006/math">
                      <m:sSubSup>
                        <m:sSubSupPr>
                          <m:ctrlPr>
                            <a:rPr lang="en-US" altLang="en-US" sz="1800" i="1" dirty="0" smtClean="0">
                              <a:latin typeface="Cambria Math" panose="02040503050406030204" pitchFamily="18" charset="0"/>
                              <a:cs typeface="Helvetica" charset="0"/>
                            </a:rPr>
                          </m:ctrlPr>
                        </m:sSubSupPr>
                        <m:e>
                          <m:r>
                            <a:rPr lang="en-US" altLang="en-US" sz="1800" i="1" dirty="0" smtClean="0">
                              <a:latin typeface="Cambria Math" panose="02040503050406030204" pitchFamily="18" charset="0"/>
                              <a:ea typeface="Cambria Math" panose="02040503050406030204" pitchFamily="18" charset="0"/>
                              <a:cs typeface="Helvetica" charset="0"/>
                            </a:rPr>
                            <m:t>𝜎</m:t>
                          </m:r>
                        </m:e>
                        <m:sub>
                          <m:r>
                            <a:rPr lang="en-US" altLang="en-US" sz="1800" b="0" i="1" dirty="0" smtClean="0">
                              <a:latin typeface="Cambria Math" panose="02040503050406030204" pitchFamily="18" charset="0"/>
                              <a:cs typeface="Helvetica" charset="0"/>
                            </a:rPr>
                            <m:t>1</m:t>
                          </m:r>
                        </m:sub>
                        <m:sup>
                          <m:r>
                            <a:rPr lang="en-US" altLang="en-US" sz="1800" b="0" i="1" dirty="0" smtClean="0">
                              <a:latin typeface="Cambria Math" panose="02040503050406030204" pitchFamily="18" charset="0"/>
                              <a:cs typeface="Helvetica" charset="0"/>
                            </a:rPr>
                            <m:t>2</m:t>
                          </m:r>
                        </m:sup>
                      </m:sSubSup>
                    </m:oMath>
                  </a14:m>
                  <a:r>
                    <a:rPr lang="en-US" altLang="en-US" sz="1800" dirty="0">
                      <a:latin typeface="Helvetica" charset="0"/>
                      <a:ea typeface="Helvetica" charset="0"/>
                      <a:cs typeface="Helvetica" charset="0"/>
                    </a:rPr>
                    <a:t>)           Sample 1:(Y</a:t>
                  </a:r>
                  <a:r>
                    <a:rPr lang="en-US" altLang="en-US" sz="1800" baseline="-25000" dirty="0">
                      <a:latin typeface="Helvetica" charset="0"/>
                      <a:ea typeface="Helvetica" charset="0"/>
                      <a:cs typeface="Helvetica" charset="0"/>
                    </a:rPr>
                    <a:t>1,1</a:t>
                  </a:r>
                  <a:r>
                    <a:rPr lang="en-US" altLang="en-US" sz="1800" dirty="0">
                      <a:latin typeface="Helvetica" charset="0"/>
                      <a:ea typeface="Helvetica" charset="0"/>
                      <a:cs typeface="Helvetica" charset="0"/>
                    </a:rPr>
                    <a:t>,…,Y</a:t>
                  </a:r>
                  <a:r>
                    <a:rPr lang="en-US" altLang="en-US" sz="1800" baseline="-25000" dirty="0">
                      <a:latin typeface="Helvetica" charset="0"/>
                      <a:ea typeface="Helvetica" charset="0"/>
                      <a:cs typeface="Helvetica" charset="0"/>
                    </a:rPr>
                    <a:t>1,n</a:t>
                  </a:r>
                  <a:r>
                    <a:rPr lang="en-US" altLang="en-US" sz="1200" baseline="-50000" dirty="0">
                      <a:latin typeface="Helvetica" charset="0"/>
                      <a:ea typeface="Helvetica" charset="0"/>
                      <a:cs typeface="Helvetica" charset="0"/>
                    </a:rPr>
                    <a:t>1</a:t>
                  </a:r>
                  <a:r>
                    <a:rPr lang="en-US" altLang="en-US" sz="1800" dirty="0">
                      <a:latin typeface="Helvetica" charset="0"/>
                      <a:ea typeface="Helvetica" charset="0"/>
                      <a:cs typeface="Helvetica" charset="0"/>
                    </a:rPr>
                    <a:t>)           </a:t>
                  </a:r>
                </a:p>
              </p:txBody>
            </p:sp>
          </mc:Choice>
          <mc:Fallback xmlns="">
            <p:sp>
              <p:nvSpPr>
                <p:cNvPr id="6160" name="Text Box 4"/>
                <p:cNvSpPr txBox="1">
                  <a:spLocks noRot="1" noChangeAspect="1" noMove="1" noResize="1" noEditPoints="1" noAdjustHandles="1" noChangeArrowheads="1" noChangeShapeType="1" noTextEdit="1"/>
                </p:cNvSpPr>
                <p:nvPr/>
              </p:nvSpPr>
              <p:spPr bwMode="auto">
                <a:xfrm>
                  <a:off x="436" y="2304"/>
                  <a:ext cx="4312" cy="313"/>
                </a:xfrm>
                <a:prstGeom prst="rect">
                  <a:avLst/>
                </a:prstGeom>
                <a:blipFill>
                  <a:blip r:embed="rId4"/>
                  <a:stretch>
                    <a:fillRect l="-975" t="-8197" r="-8451" b="-262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6161" name="Object 7"/>
                <p:cNvGraphicFramePr>
                  <a:graphicFrameLocks noChangeAspect="1"/>
                </p:cNvGraphicFramePr>
                <p:nvPr/>
              </p:nvGraphicFramePr>
              <p:xfrm>
                <a:off x="4944" y="2304"/>
                <a:ext cx="624" cy="312"/>
              </p:xfrm>
              <a:graphic>
                <a:graphicData uri="http://schemas.openxmlformats.org/presentationml/2006/ole">
                  <mc:AlternateContent>
                    <mc:Choice xmlns:v="urn:schemas-microsoft-com:vml" Requires="v">
                      <p:oleObj spid="_x0000_s1070" name="Equation" r:id="rId5" imgW="457200" imgH="228600" progId="Equation.3">
                        <p:embed/>
                      </p:oleObj>
                    </mc:Choice>
                    <mc:Fallback>
                      <p:oleObj name="Equation" r:id="rId5" imgW="457200" imgH="228600" progId="Equation.3">
                        <p:embed/>
                        <p:pic>
                          <p:nvPicPr>
                            <p:cNvPr id="6161" name="Object 7"/>
                            <p:cNvPicPr>
                              <a:picLocks noChangeAspect="1" noChangeArrowheads="1"/>
                            </p:cNvPicPr>
                            <p:nvPr/>
                          </p:nvPicPr>
                          <p:blipFill>
                            <a:blip r:embed="rId6">
                              <a:extLst>
                                <a:ext uri="{28A0092B-C50C-407E-A947-70E740481C1C}">
                                  <a14:useLocalDpi val="0"/>
                                </a:ext>
                              </a:extLst>
                            </a:blip>
                            <a:srcRect/>
                            <a:stretch>
                              <a:fillRect/>
                            </a:stretch>
                          </p:blipFill>
                          <p:spPr bwMode="auto">
                            <a:xfrm>
                              <a:off x="4944" y="2304"/>
                              <a:ext cx="624" cy="312"/>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blurRad="63500" dist="38099" dir="2700000" algn="ctr" rotWithShape="0">
                                      <a:srgbClr val="000000">
                                        <a:alpha val="74997"/>
                                      </a:srgbClr>
                                    </a:outerShdw>
                                  </a:effectLst>
                                </a14:hiddenEffects>
                              </a:ext>
                            </a:extLst>
                          </p:spPr>
                        </p:pic>
                      </p:oleObj>
                    </mc:Fallback>
                  </mc:AlternateContent>
                </a:graphicData>
              </a:graphic>
            </p:graphicFrame>
          </mc:Choice>
          <mc:Fallback xmlns="">
            <p:graphicFrame>
              <p:nvGraphicFramePr>
                <p:cNvPr id="6161" name="Object 7"/>
                <p:cNvGraphicFramePr>
                  <a:graphicFrameLocks noChangeAspect="1"/>
                </p:cNvGraphicFramePr>
                <p:nvPr>
                  <p:extLst/>
                </p:nvPr>
              </p:nvGraphicFramePr>
              <p:xfrm>
                <a:off x="4944" y="2304"/>
                <a:ext cx="624" cy="312"/>
              </p:xfrm>
              <a:graphic>
                <a:graphicData uri="http://schemas.openxmlformats.org/presentationml/2006/ole">
                  <mc:AlternateContent>
                    <mc:Choice xmlns:v="urn:schemas-microsoft-com:vml" Requires="v">
                      <p:oleObj spid="_x0000_s1113" name="Equation" r:id="rId7" imgW="457200" imgH="228600" progId="Equation.3">
                        <p:embed/>
                      </p:oleObj>
                    </mc:Choice>
                    <mc:Fallback>
                      <p:oleObj name="Equation" r:id="rId7" imgW="457200" imgH="2286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44" y="2304"/>
                              <a:ext cx="624" cy="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mc:Fallback>
        </mc:AlternateContent>
        <p:sp>
          <p:nvSpPr>
            <p:cNvPr id="6162" name="Line 10"/>
            <p:cNvSpPr>
              <a:spLocks noChangeShapeType="1"/>
            </p:cNvSpPr>
            <p:nvPr/>
          </p:nvSpPr>
          <p:spPr bwMode="auto">
            <a:xfrm>
              <a:off x="2241" y="2456"/>
              <a:ext cx="336" cy="0"/>
            </a:xfrm>
            <a:prstGeom prst="line">
              <a:avLst/>
            </a:prstGeom>
            <a:noFill/>
            <a:ln w="5715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sz="1800">
                <a:latin typeface="Helvetica" charset="0"/>
                <a:ea typeface="Helvetica" charset="0"/>
                <a:cs typeface="Helvetica" charset="0"/>
              </a:endParaRPr>
            </a:p>
          </p:txBody>
        </p:sp>
        <p:sp>
          <p:nvSpPr>
            <p:cNvPr id="6163" name="Line 13"/>
            <p:cNvSpPr>
              <a:spLocks noChangeShapeType="1"/>
            </p:cNvSpPr>
            <p:nvPr/>
          </p:nvSpPr>
          <p:spPr bwMode="auto">
            <a:xfrm>
              <a:off x="4573" y="2458"/>
              <a:ext cx="336" cy="0"/>
            </a:xfrm>
            <a:prstGeom prst="line">
              <a:avLst/>
            </a:prstGeom>
            <a:noFill/>
            <a:ln w="5715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sz="1800">
                <a:latin typeface="Helvetica" charset="0"/>
                <a:ea typeface="Helvetica" charset="0"/>
                <a:cs typeface="Helvetica" charset="0"/>
              </a:endParaRPr>
            </a:p>
          </p:txBody>
        </p:sp>
      </p:grpSp>
      <p:grpSp>
        <p:nvGrpSpPr>
          <p:cNvPr id="6148" name="Group 19"/>
          <p:cNvGrpSpPr>
            <a:grpSpLocks/>
          </p:cNvGrpSpPr>
          <p:nvPr/>
        </p:nvGrpSpPr>
        <p:grpSpPr bwMode="auto">
          <a:xfrm>
            <a:off x="126551" y="1539287"/>
            <a:ext cx="5817141" cy="372666"/>
            <a:chOff x="396" y="2619"/>
            <a:chExt cx="4695" cy="313"/>
          </a:xfrm>
        </p:grpSpPr>
        <mc:AlternateContent xmlns:mc="http://schemas.openxmlformats.org/markup-compatibility/2006" xmlns:a14="http://schemas.microsoft.com/office/drawing/2010/main">
          <mc:Choice Requires="a14">
            <p:sp>
              <p:nvSpPr>
                <p:cNvPr id="6156" name="Rectangle 18"/>
                <p:cNvSpPr>
                  <a:spLocks noChangeArrowheads="1"/>
                </p:cNvSpPr>
                <p:nvPr/>
              </p:nvSpPr>
              <p:spPr bwMode="auto">
                <a:xfrm>
                  <a:off x="396" y="2619"/>
                  <a:ext cx="4432" cy="31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eaLnBrk="0" fontAlgn="base" hangingPunct="0">
                    <a:spcBef>
                      <a:spcPct val="0"/>
                    </a:spcBef>
                    <a:spcAft>
                      <a:spcPct val="0"/>
                    </a:spcAft>
                    <a:defRPr>
                      <a:solidFill>
                        <a:schemeClr val="tx1"/>
                      </a:solidFill>
                      <a:latin typeface="Calibri" charset="0"/>
                      <a:ea typeface="MS PGothic" charset="-128"/>
                    </a:defRPr>
                  </a:lvl6pPr>
                  <a:lvl7pPr marL="2971800" indent="-228600" eaLnBrk="0" fontAlgn="base" hangingPunct="0">
                    <a:spcBef>
                      <a:spcPct val="0"/>
                    </a:spcBef>
                    <a:spcAft>
                      <a:spcPct val="0"/>
                    </a:spcAft>
                    <a:defRPr>
                      <a:solidFill>
                        <a:schemeClr val="tx1"/>
                      </a:solidFill>
                      <a:latin typeface="Calibri" charset="0"/>
                      <a:ea typeface="MS PGothic" charset="-128"/>
                    </a:defRPr>
                  </a:lvl7pPr>
                  <a:lvl8pPr marL="3429000" indent="-228600" eaLnBrk="0" fontAlgn="base" hangingPunct="0">
                    <a:spcBef>
                      <a:spcPct val="0"/>
                    </a:spcBef>
                    <a:spcAft>
                      <a:spcPct val="0"/>
                    </a:spcAft>
                    <a:defRPr>
                      <a:solidFill>
                        <a:schemeClr val="tx1"/>
                      </a:solidFill>
                      <a:latin typeface="Calibri" charset="0"/>
                      <a:ea typeface="MS PGothic" charset="-128"/>
                    </a:defRPr>
                  </a:lvl8pPr>
                  <a:lvl9pPr marL="3886200" indent="-228600" eaLnBrk="0" fontAlgn="base" hangingPunct="0">
                    <a:spcBef>
                      <a:spcPct val="0"/>
                    </a:spcBef>
                    <a:spcAft>
                      <a:spcPct val="0"/>
                    </a:spcAft>
                    <a:defRPr>
                      <a:solidFill>
                        <a:schemeClr val="tx1"/>
                      </a:solidFill>
                      <a:latin typeface="Calibri" charset="0"/>
                      <a:ea typeface="MS PGothic" charset="-128"/>
                    </a:defRPr>
                  </a:lvl9pPr>
                </a:lstStyle>
                <a:p>
                  <a:r>
                    <a:rPr lang="en-US" altLang="en-US" sz="1800" dirty="0">
                      <a:latin typeface="Helvetica" charset="0"/>
                      <a:ea typeface="Helvetica" charset="0"/>
                      <a:cs typeface="Helvetica" charset="0"/>
                    </a:rPr>
                    <a:t>Population 2: (</a:t>
                  </a:r>
                  <a14:m>
                    <m:oMath xmlns:m="http://schemas.openxmlformats.org/officeDocument/2006/math">
                      <m:r>
                        <a:rPr lang="en-US" altLang="en-US" i="1" dirty="0">
                          <a:latin typeface="Cambria Math" panose="02040503050406030204" pitchFamily="18" charset="0"/>
                          <a:ea typeface="Cambria Math" panose="02040503050406030204" pitchFamily="18" charset="0"/>
                          <a:cs typeface="Cambria Math" charset="0"/>
                        </a:rPr>
                        <m:t>𝜇</m:t>
                      </m:r>
                    </m:oMath>
                  </a14:m>
                  <a:r>
                    <a:rPr lang="en-US" altLang="en-US" sz="1800" baseline="-25000" dirty="0">
                      <a:latin typeface="Helvetica" charset="0"/>
                      <a:ea typeface="Helvetica" charset="0"/>
                      <a:cs typeface="Helvetica" charset="0"/>
                    </a:rPr>
                    <a:t>2</a:t>
                  </a:r>
                  <a:r>
                    <a:rPr lang="en-US" altLang="en-US" sz="1800" dirty="0">
                      <a:latin typeface="Helvetica" charset="0"/>
                      <a:ea typeface="Helvetica" charset="0"/>
                      <a:cs typeface="Helvetica" charset="0"/>
                    </a:rPr>
                    <a:t>, </a:t>
                  </a:r>
                  <a14:m>
                    <m:oMath xmlns:m="http://schemas.openxmlformats.org/officeDocument/2006/math">
                      <m:sSubSup>
                        <m:sSubSupPr>
                          <m:ctrlPr>
                            <a:rPr lang="en-US" altLang="en-US" sz="1800" i="1" dirty="0">
                              <a:latin typeface="Cambria Math" panose="02040503050406030204" pitchFamily="18" charset="0"/>
                              <a:cs typeface="Helvetica" charset="0"/>
                            </a:rPr>
                          </m:ctrlPr>
                        </m:sSubSupPr>
                        <m:e>
                          <m:r>
                            <a:rPr lang="en-US" altLang="en-US" sz="1800" i="1" dirty="0">
                              <a:latin typeface="Cambria Math" panose="02040503050406030204" pitchFamily="18" charset="0"/>
                              <a:ea typeface="Cambria Math" panose="02040503050406030204" pitchFamily="18" charset="0"/>
                              <a:cs typeface="Helvetica" charset="0"/>
                            </a:rPr>
                            <m:t>𝜎</m:t>
                          </m:r>
                        </m:e>
                        <m:sub>
                          <m:r>
                            <a:rPr lang="en-US" altLang="en-US" sz="1800" b="0" i="1" dirty="0" smtClean="0">
                              <a:latin typeface="Cambria Math" panose="02040503050406030204" pitchFamily="18" charset="0"/>
                              <a:ea typeface="Cambria Math" panose="02040503050406030204" pitchFamily="18" charset="0"/>
                              <a:cs typeface="Helvetica" charset="0"/>
                            </a:rPr>
                            <m:t>2</m:t>
                          </m:r>
                        </m:sub>
                        <m:sup>
                          <m:r>
                            <a:rPr lang="en-US" altLang="en-US" sz="1800" i="1" dirty="0">
                              <a:latin typeface="Cambria Math" panose="02040503050406030204" pitchFamily="18" charset="0"/>
                              <a:cs typeface="Helvetica" charset="0"/>
                            </a:rPr>
                            <m:t>2</m:t>
                          </m:r>
                        </m:sup>
                      </m:sSubSup>
                    </m:oMath>
                  </a14:m>
                  <a:r>
                    <a:rPr lang="en-US" altLang="en-US" sz="1800" dirty="0">
                      <a:latin typeface="Helvetica" charset="0"/>
                      <a:ea typeface="Helvetica" charset="0"/>
                      <a:cs typeface="Helvetica" charset="0"/>
                    </a:rPr>
                    <a:t>)           Sample 2: (Y</a:t>
                  </a:r>
                  <a:r>
                    <a:rPr lang="en-US" altLang="en-US" sz="1800" baseline="-25000" dirty="0">
                      <a:latin typeface="Helvetica" charset="0"/>
                      <a:ea typeface="Helvetica" charset="0"/>
                      <a:cs typeface="Helvetica" charset="0"/>
                    </a:rPr>
                    <a:t>2,1</a:t>
                  </a:r>
                  <a:r>
                    <a:rPr lang="en-US" altLang="en-US" sz="1800" dirty="0">
                      <a:latin typeface="Helvetica" charset="0"/>
                      <a:ea typeface="Helvetica" charset="0"/>
                      <a:cs typeface="Helvetica" charset="0"/>
                    </a:rPr>
                    <a:t>,…,Y</a:t>
                  </a:r>
                  <a:r>
                    <a:rPr lang="en-US" altLang="en-US" sz="1800" baseline="-25000" dirty="0">
                      <a:latin typeface="Helvetica" charset="0"/>
                      <a:ea typeface="Helvetica" charset="0"/>
                      <a:cs typeface="Helvetica" charset="0"/>
                    </a:rPr>
                    <a:t>2,n</a:t>
                  </a:r>
                  <a:r>
                    <a:rPr lang="en-US" altLang="en-US" sz="1200" baseline="-50000" dirty="0">
                      <a:latin typeface="Helvetica" charset="0"/>
                      <a:ea typeface="Helvetica" charset="0"/>
                      <a:cs typeface="Helvetica" charset="0"/>
                    </a:rPr>
                    <a:t>2</a:t>
                  </a:r>
                  <a:r>
                    <a:rPr lang="en-US" altLang="en-US" sz="1800" dirty="0">
                      <a:latin typeface="Helvetica" charset="0"/>
                      <a:ea typeface="Helvetica" charset="0"/>
                      <a:cs typeface="Helvetica" charset="0"/>
                    </a:rPr>
                    <a:t>)</a:t>
                  </a:r>
                </a:p>
              </p:txBody>
            </p:sp>
          </mc:Choice>
          <mc:Fallback xmlns="">
            <p:sp>
              <p:nvSpPr>
                <p:cNvPr id="6156" name="Rectangle 18"/>
                <p:cNvSpPr>
                  <a:spLocks noRot="1" noChangeAspect="1" noMove="1" noResize="1" noEditPoints="1" noAdjustHandles="1" noChangeArrowheads="1" noChangeShapeType="1" noTextEdit="1"/>
                </p:cNvSpPr>
                <p:nvPr/>
              </p:nvSpPr>
              <p:spPr bwMode="auto">
                <a:xfrm>
                  <a:off x="396" y="2619"/>
                  <a:ext cx="4432" cy="313"/>
                </a:xfrm>
                <a:prstGeom prst="rect">
                  <a:avLst/>
                </a:prstGeom>
                <a:blipFill>
                  <a:blip r:embed="rId9"/>
                  <a:stretch>
                    <a:fillRect l="-999" t="-8197" b="-262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6158" name="Line 11"/>
            <p:cNvSpPr>
              <a:spLocks noChangeShapeType="1"/>
            </p:cNvSpPr>
            <p:nvPr/>
          </p:nvSpPr>
          <p:spPr bwMode="auto">
            <a:xfrm>
              <a:off x="2296" y="2771"/>
              <a:ext cx="336" cy="0"/>
            </a:xfrm>
            <a:prstGeom prst="line">
              <a:avLst/>
            </a:prstGeom>
            <a:noFill/>
            <a:ln w="5715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sz="1800">
                <a:latin typeface="Helvetica" charset="0"/>
                <a:ea typeface="Helvetica" charset="0"/>
                <a:cs typeface="Helvetica" charset="0"/>
              </a:endParaRPr>
            </a:p>
          </p:txBody>
        </p:sp>
        <p:sp>
          <p:nvSpPr>
            <p:cNvPr id="6159" name="Line 14"/>
            <p:cNvSpPr>
              <a:spLocks noChangeShapeType="1"/>
            </p:cNvSpPr>
            <p:nvPr/>
          </p:nvSpPr>
          <p:spPr bwMode="auto">
            <a:xfrm>
              <a:off x="4755" y="2774"/>
              <a:ext cx="336" cy="0"/>
            </a:xfrm>
            <a:prstGeom prst="line">
              <a:avLst/>
            </a:prstGeom>
            <a:noFill/>
            <a:ln w="5715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sz="1800">
                <a:latin typeface="Helvetica" charset="0"/>
                <a:ea typeface="Helvetica" charset="0"/>
                <a:cs typeface="Helvetica" charset="0"/>
              </a:endParaRPr>
            </a:p>
          </p:txBody>
        </p:sp>
      </p:grpSp>
      <p:grpSp>
        <p:nvGrpSpPr>
          <p:cNvPr id="6149" name="Group 17"/>
          <p:cNvGrpSpPr>
            <a:grpSpLocks/>
          </p:cNvGrpSpPr>
          <p:nvPr/>
        </p:nvGrpSpPr>
        <p:grpSpPr bwMode="auto">
          <a:xfrm>
            <a:off x="127877" y="2378195"/>
            <a:ext cx="5822290" cy="379809"/>
            <a:chOff x="432" y="3241"/>
            <a:chExt cx="4611" cy="319"/>
          </a:xfrm>
        </p:grpSpPr>
        <mc:AlternateContent xmlns:mc="http://schemas.openxmlformats.org/markup-compatibility/2006" xmlns:a14="http://schemas.microsoft.com/office/drawing/2010/main">
          <mc:Choice Requires="a14">
            <p:sp>
              <p:nvSpPr>
                <p:cNvPr id="6152" name="Rectangle 16"/>
                <p:cNvSpPr>
                  <a:spLocks noChangeArrowheads="1"/>
                </p:cNvSpPr>
                <p:nvPr/>
              </p:nvSpPr>
              <p:spPr bwMode="auto">
                <a:xfrm>
                  <a:off x="432" y="3241"/>
                  <a:ext cx="4453" cy="31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eaLnBrk="0" fontAlgn="base" hangingPunct="0">
                    <a:spcBef>
                      <a:spcPct val="0"/>
                    </a:spcBef>
                    <a:spcAft>
                      <a:spcPct val="0"/>
                    </a:spcAft>
                    <a:defRPr>
                      <a:solidFill>
                        <a:schemeClr val="tx1"/>
                      </a:solidFill>
                      <a:latin typeface="Calibri" charset="0"/>
                      <a:ea typeface="MS PGothic" charset="-128"/>
                    </a:defRPr>
                  </a:lvl6pPr>
                  <a:lvl7pPr marL="2971800" indent="-228600" eaLnBrk="0" fontAlgn="base" hangingPunct="0">
                    <a:spcBef>
                      <a:spcPct val="0"/>
                    </a:spcBef>
                    <a:spcAft>
                      <a:spcPct val="0"/>
                    </a:spcAft>
                    <a:defRPr>
                      <a:solidFill>
                        <a:schemeClr val="tx1"/>
                      </a:solidFill>
                      <a:latin typeface="Calibri" charset="0"/>
                      <a:ea typeface="MS PGothic" charset="-128"/>
                    </a:defRPr>
                  </a:lvl7pPr>
                  <a:lvl8pPr marL="3429000" indent="-228600" eaLnBrk="0" fontAlgn="base" hangingPunct="0">
                    <a:spcBef>
                      <a:spcPct val="0"/>
                    </a:spcBef>
                    <a:spcAft>
                      <a:spcPct val="0"/>
                    </a:spcAft>
                    <a:defRPr>
                      <a:solidFill>
                        <a:schemeClr val="tx1"/>
                      </a:solidFill>
                      <a:latin typeface="Calibri" charset="0"/>
                      <a:ea typeface="MS PGothic" charset="-128"/>
                    </a:defRPr>
                  </a:lvl8pPr>
                  <a:lvl9pPr marL="3886200" indent="-228600" eaLnBrk="0" fontAlgn="base" hangingPunct="0">
                    <a:spcBef>
                      <a:spcPct val="0"/>
                    </a:spcBef>
                    <a:spcAft>
                      <a:spcPct val="0"/>
                    </a:spcAft>
                    <a:defRPr>
                      <a:solidFill>
                        <a:schemeClr val="tx1"/>
                      </a:solidFill>
                      <a:latin typeface="Calibri" charset="0"/>
                      <a:ea typeface="MS PGothic" charset="-128"/>
                    </a:defRPr>
                  </a:lvl9pPr>
                </a:lstStyle>
                <a:p>
                  <a:r>
                    <a:rPr lang="en-US" altLang="en-US" sz="1800" dirty="0">
                      <a:latin typeface="Helvetica" charset="0"/>
                      <a:ea typeface="Helvetica" charset="0"/>
                      <a:cs typeface="Helvetica" charset="0"/>
                    </a:rPr>
                    <a:t>Population k: (</a:t>
                  </a:r>
                  <a14:m>
                    <m:oMath xmlns:m="http://schemas.openxmlformats.org/officeDocument/2006/math">
                      <m:r>
                        <a:rPr lang="en-US" altLang="en-US" i="1" dirty="0">
                          <a:latin typeface="Cambria Math" panose="02040503050406030204" pitchFamily="18" charset="0"/>
                          <a:ea typeface="Cambria Math" panose="02040503050406030204" pitchFamily="18" charset="0"/>
                          <a:cs typeface="Cambria Math" charset="0"/>
                        </a:rPr>
                        <m:t>𝜇</m:t>
                      </m:r>
                    </m:oMath>
                  </a14:m>
                  <a:r>
                    <a:rPr lang="en-US" altLang="en-US" sz="1800" baseline="-25000" dirty="0" err="1">
                      <a:latin typeface="Helvetica" charset="0"/>
                      <a:ea typeface="Helvetica" charset="0"/>
                      <a:cs typeface="Helvetica" charset="0"/>
                    </a:rPr>
                    <a:t>k</a:t>
                  </a:r>
                  <a:r>
                    <a:rPr lang="en-US" altLang="en-US" sz="1800" dirty="0">
                      <a:latin typeface="Helvetica" charset="0"/>
                      <a:ea typeface="Helvetica" charset="0"/>
                      <a:cs typeface="Helvetica" charset="0"/>
                    </a:rPr>
                    <a:t>, </a:t>
                  </a:r>
                  <a14:m>
                    <m:oMath xmlns:m="http://schemas.openxmlformats.org/officeDocument/2006/math">
                      <m:sSubSup>
                        <m:sSubSupPr>
                          <m:ctrlPr>
                            <a:rPr lang="en-US" altLang="en-US" sz="1800" i="1" dirty="0">
                              <a:latin typeface="Cambria Math" panose="02040503050406030204" pitchFamily="18" charset="0"/>
                              <a:cs typeface="Helvetica" charset="0"/>
                            </a:rPr>
                          </m:ctrlPr>
                        </m:sSubSupPr>
                        <m:e>
                          <m:r>
                            <a:rPr lang="en-US" altLang="en-US" sz="1800" i="1" dirty="0">
                              <a:latin typeface="Cambria Math" panose="02040503050406030204" pitchFamily="18" charset="0"/>
                              <a:ea typeface="Cambria Math" panose="02040503050406030204" pitchFamily="18" charset="0"/>
                              <a:cs typeface="Helvetica" charset="0"/>
                            </a:rPr>
                            <m:t>𝜎</m:t>
                          </m:r>
                        </m:e>
                        <m:sub>
                          <m:r>
                            <a:rPr lang="en-US" altLang="en-US" sz="1800" b="0" i="1" dirty="0" smtClean="0">
                              <a:latin typeface="Cambria Math" panose="02040503050406030204" pitchFamily="18" charset="0"/>
                              <a:ea typeface="Cambria Math" panose="02040503050406030204" pitchFamily="18" charset="0"/>
                              <a:cs typeface="Helvetica" charset="0"/>
                            </a:rPr>
                            <m:t>𝑘</m:t>
                          </m:r>
                        </m:sub>
                        <m:sup>
                          <m:r>
                            <a:rPr lang="en-US" altLang="en-US" sz="1800" i="1" dirty="0">
                              <a:latin typeface="Cambria Math" panose="02040503050406030204" pitchFamily="18" charset="0"/>
                              <a:cs typeface="Helvetica" charset="0"/>
                            </a:rPr>
                            <m:t>2</m:t>
                          </m:r>
                        </m:sup>
                      </m:sSubSup>
                    </m:oMath>
                  </a14:m>
                  <a:r>
                    <a:rPr lang="en-US" altLang="en-US" sz="1800" dirty="0">
                      <a:latin typeface="Helvetica" charset="0"/>
                      <a:ea typeface="Helvetica" charset="0"/>
                      <a:cs typeface="Helvetica" charset="0"/>
                    </a:rPr>
                    <a:t>)           Sample k: (Y</a:t>
                  </a:r>
                  <a:r>
                    <a:rPr lang="en-US" altLang="en-US" sz="1800" baseline="-25000" dirty="0">
                      <a:latin typeface="Helvetica" charset="0"/>
                      <a:ea typeface="Helvetica" charset="0"/>
                      <a:cs typeface="Helvetica" charset="0"/>
                    </a:rPr>
                    <a:t>k,1</a:t>
                  </a:r>
                  <a:r>
                    <a:rPr lang="en-US" altLang="en-US" sz="1800" dirty="0">
                      <a:latin typeface="Helvetica" charset="0"/>
                      <a:ea typeface="Helvetica" charset="0"/>
                      <a:cs typeface="Helvetica" charset="0"/>
                    </a:rPr>
                    <a:t>,…,</a:t>
                  </a:r>
                  <a:r>
                    <a:rPr lang="en-US" altLang="en-US" sz="1800" dirty="0" err="1">
                      <a:latin typeface="Helvetica" charset="0"/>
                      <a:ea typeface="Helvetica" charset="0"/>
                      <a:cs typeface="Helvetica" charset="0"/>
                    </a:rPr>
                    <a:t>Y</a:t>
                  </a:r>
                  <a:r>
                    <a:rPr lang="en-US" altLang="en-US" sz="1800" baseline="-25000" dirty="0" err="1">
                      <a:latin typeface="Helvetica" charset="0"/>
                      <a:ea typeface="Helvetica" charset="0"/>
                      <a:cs typeface="Helvetica" charset="0"/>
                    </a:rPr>
                    <a:t>k,n</a:t>
                  </a:r>
                  <a:r>
                    <a:rPr lang="en-US" altLang="en-US" sz="1200" baseline="-50000" dirty="0" err="1">
                      <a:latin typeface="Helvetica" charset="0"/>
                      <a:ea typeface="Helvetica" charset="0"/>
                      <a:cs typeface="Helvetica" charset="0"/>
                    </a:rPr>
                    <a:t>k</a:t>
                  </a:r>
                  <a:r>
                    <a:rPr lang="en-US" altLang="en-US" sz="1800" dirty="0">
                      <a:latin typeface="Helvetica" charset="0"/>
                      <a:ea typeface="Helvetica" charset="0"/>
                      <a:cs typeface="Helvetica" charset="0"/>
                    </a:rPr>
                    <a:t>)</a:t>
                  </a:r>
                </a:p>
              </p:txBody>
            </p:sp>
          </mc:Choice>
          <mc:Fallback xmlns="">
            <p:sp>
              <p:nvSpPr>
                <p:cNvPr id="6152" name="Rectangle 16"/>
                <p:cNvSpPr>
                  <a:spLocks noRot="1" noChangeAspect="1" noMove="1" noResize="1" noEditPoints="1" noAdjustHandles="1" noChangeArrowheads="1" noChangeShapeType="1" noTextEdit="1"/>
                </p:cNvSpPr>
                <p:nvPr/>
              </p:nvSpPr>
              <p:spPr bwMode="auto">
                <a:xfrm>
                  <a:off x="432" y="3241"/>
                  <a:ext cx="4453" cy="319"/>
                </a:xfrm>
                <a:prstGeom prst="rect">
                  <a:avLst/>
                </a:prstGeom>
                <a:blipFill>
                  <a:blip r:embed="rId13"/>
                  <a:stretch>
                    <a:fillRect l="-976" t="-4839" b="-2580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6154" name="Line 12"/>
            <p:cNvSpPr>
              <a:spLocks noChangeShapeType="1"/>
            </p:cNvSpPr>
            <p:nvPr/>
          </p:nvSpPr>
          <p:spPr bwMode="auto">
            <a:xfrm>
              <a:off x="2296" y="3393"/>
              <a:ext cx="336" cy="0"/>
            </a:xfrm>
            <a:prstGeom prst="line">
              <a:avLst/>
            </a:prstGeom>
            <a:noFill/>
            <a:ln w="5715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sz="1800">
                <a:latin typeface="Helvetica" charset="0"/>
                <a:ea typeface="Helvetica" charset="0"/>
                <a:cs typeface="Helvetica" charset="0"/>
              </a:endParaRPr>
            </a:p>
          </p:txBody>
        </p:sp>
        <p:sp>
          <p:nvSpPr>
            <p:cNvPr id="6155" name="Line 15"/>
            <p:cNvSpPr>
              <a:spLocks noChangeShapeType="1"/>
            </p:cNvSpPr>
            <p:nvPr/>
          </p:nvSpPr>
          <p:spPr bwMode="auto">
            <a:xfrm>
              <a:off x="4707" y="3398"/>
              <a:ext cx="336" cy="0"/>
            </a:xfrm>
            <a:prstGeom prst="line">
              <a:avLst/>
            </a:prstGeom>
            <a:noFill/>
            <a:ln w="5715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sz="1800">
                <a:latin typeface="Helvetica" charset="0"/>
                <a:ea typeface="Helvetica" charset="0"/>
                <a:cs typeface="Helvetica" charset="0"/>
              </a:endParaRPr>
            </a:p>
          </p:txBody>
        </p:sp>
      </p:grpSp>
      <p:sp>
        <p:nvSpPr>
          <p:cNvPr id="6150" name="TextBox 1"/>
          <p:cNvSpPr txBox="1">
            <a:spLocks noChangeArrowheads="1"/>
          </p:cNvSpPr>
          <p:nvPr/>
        </p:nvSpPr>
        <p:spPr bwMode="auto">
          <a:xfrm>
            <a:off x="133556" y="1934156"/>
            <a:ext cx="38290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eaLnBrk="0" fontAlgn="base" hangingPunct="0">
              <a:spcBef>
                <a:spcPct val="0"/>
              </a:spcBef>
              <a:spcAft>
                <a:spcPct val="0"/>
              </a:spcAft>
              <a:defRPr>
                <a:solidFill>
                  <a:schemeClr val="tx1"/>
                </a:solidFill>
                <a:latin typeface="Calibri" charset="0"/>
                <a:ea typeface="MS PGothic" charset="-128"/>
              </a:defRPr>
            </a:lvl6pPr>
            <a:lvl7pPr marL="2971800" indent="-228600" eaLnBrk="0" fontAlgn="base" hangingPunct="0">
              <a:spcBef>
                <a:spcPct val="0"/>
              </a:spcBef>
              <a:spcAft>
                <a:spcPct val="0"/>
              </a:spcAft>
              <a:defRPr>
                <a:solidFill>
                  <a:schemeClr val="tx1"/>
                </a:solidFill>
                <a:latin typeface="Calibri" charset="0"/>
                <a:ea typeface="MS PGothic" charset="-128"/>
              </a:defRPr>
            </a:lvl7pPr>
            <a:lvl8pPr marL="3429000" indent="-228600" eaLnBrk="0" fontAlgn="base" hangingPunct="0">
              <a:spcBef>
                <a:spcPct val="0"/>
              </a:spcBef>
              <a:spcAft>
                <a:spcPct val="0"/>
              </a:spcAft>
              <a:defRPr>
                <a:solidFill>
                  <a:schemeClr val="tx1"/>
                </a:solidFill>
                <a:latin typeface="Calibri" charset="0"/>
                <a:ea typeface="MS PGothic" charset="-128"/>
              </a:defRPr>
            </a:lvl8pPr>
            <a:lvl9pPr marL="3886200" indent="-228600" eaLnBrk="0" fontAlgn="base" hangingPunct="0">
              <a:spcBef>
                <a:spcPct val="0"/>
              </a:spcBef>
              <a:spcAft>
                <a:spcPct val="0"/>
              </a:spcAft>
              <a:defRPr>
                <a:solidFill>
                  <a:schemeClr val="tx1"/>
                </a:solidFill>
                <a:latin typeface="Calibri" charset="0"/>
                <a:ea typeface="MS PGothic" charset="-128"/>
              </a:defRPr>
            </a:lvl9pPr>
          </a:lstStyle>
          <a:p>
            <a:pPr eaLnBrk="1" hangingPunct="1"/>
            <a:r>
              <a:rPr lang="en-US" altLang="en-US" sz="1800" dirty="0">
                <a:latin typeface="Helvetica" charset="0"/>
                <a:ea typeface="Helvetica" charset="0"/>
                <a:cs typeface="Helvetica" charset="0"/>
              </a:rPr>
              <a:t>.......</a:t>
            </a:r>
          </a:p>
        </p:txBody>
      </p:sp>
      <p:sp>
        <p:nvSpPr>
          <p:cNvPr id="6151" name="TextBox 24"/>
          <p:cNvSpPr txBox="1">
            <a:spLocks noChangeArrowheads="1"/>
          </p:cNvSpPr>
          <p:nvPr/>
        </p:nvSpPr>
        <p:spPr bwMode="auto">
          <a:xfrm>
            <a:off x="229172" y="3584105"/>
            <a:ext cx="5469732" cy="369332"/>
          </a:xfrm>
          <a:prstGeom prst="rect">
            <a:avLst/>
          </a:prstGeom>
          <a:noFill/>
          <a:ln w="19050">
            <a:solidFill>
              <a:schemeClr val="accent1">
                <a:shade val="50000"/>
              </a:schemeClr>
            </a:solidFill>
          </a:ln>
        </p:spPr>
        <p:txBody>
          <a:bodyPr wrap="square" rtlCol="0">
            <a:spAutoFit/>
          </a:bodyPr>
          <a:lstStyle>
            <a:defPPr>
              <a:defRPr lang="en-US"/>
            </a:defPPr>
            <a:lvl1pPr>
              <a:defRPr sz="1800" kern="100">
                <a:latin typeface="Helvetica Neue"/>
                <a:ea typeface="KishoreFont Medium" charset="0"/>
                <a:cs typeface="KishoreFont Medium" charset="0"/>
              </a:defRPr>
            </a:lvl1pPr>
          </a:lstStyle>
          <a:p>
            <a:r>
              <a:rPr lang="en-US" altLang="en-US" dirty="0">
                <a:latin typeface="Helvetica" charset="0"/>
                <a:ea typeface="Helvetica" charset="0"/>
                <a:cs typeface="Helvetica" charset="0"/>
              </a:rPr>
              <a:t>ANOVA: Comparing the means of multiple samples</a:t>
            </a:r>
          </a:p>
        </p:txBody>
      </p:sp>
      <p:sp>
        <p:nvSpPr>
          <p:cNvPr id="2" name="标题 1"/>
          <p:cNvSpPr>
            <a:spLocks noGrp="1"/>
          </p:cNvSpPr>
          <p:nvPr>
            <p:ph type="title"/>
          </p:nvPr>
        </p:nvSpPr>
        <p:spPr>
          <a:xfrm>
            <a:off x="146258" y="228203"/>
            <a:ext cx="8562392" cy="657911"/>
          </a:xfrm>
        </p:spPr>
        <p:txBody>
          <a:bodyPr/>
          <a:lstStyle/>
          <a:p>
            <a:r>
              <a:rPr kumimoji="1" lang="en-US" altLang="zh-CN" sz="3600" dirty="0" smtClean="0">
                <a:latin typeface="Vitesse"/>
              </a:rPr>
              <a:t>ANOVA: Analysis of Variance</a:t>
            </a:r>
            <a:endParaRPr kumimoji="1" lang="zh-CN" altLang="en-US" sz="3600" dirty="0">
              <a:latin typeface="Vitesse"/>
            </a:endParaRPr>
          </a:p>
        </p:txBody>
      </p:sp>
      <mc:AlternateContent xmlns:mc="http://schemas.openxmlformats.org/markup-compatibility/2006">
        <mc:Choice xmlns:a14="http://schemas.microsoft.com/office/drawing/2010/main" Requires="a14">
          <p:sp>
            <p:nvSpPr>
              <p:cNvPr id="3" name="TextBox 2"/>
              <p:cNvSpPr txBox="1"/>
              <p:nvPr/>
            </p:nvSpPr>
            <p:spPr>
              <a:xfrm>
                <a:off x="6058968" y="1605165"/>
                <a:ext cx="765659" cy="280718"/>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𝑌</m:t>
                                  </m:r>
                                </m:e>
                              </m:acc>
                            </m:e>
                            <m:sub>
                              <m:r>
                                <a:rPr lang="en-US" i="1">
                                  <a:latin typeface="Cambria Math" panose="02040503050406030204" pitchFamily="18" charset="0"/>
                                </a:rPr>
                                <m:t>2</m:t>
                              </m:r>
                            </m:sub>
                          </m:sSub>
                          <m:r>
                            <a:rPr lang="en-US" i="1">
                              <a:latin typeface="Cambria Math" panose="02040503050406030204" pitchFamily="18" charset="0"/>
                            </a:rPr>
                            <m:t>, </m:t>
                          </m:r>
                          <m:sSubSup>
                            <m:sSubSupPr>
                              <m:ctrlPr>
                                <a:rPr lang="en-US" i="1">
                                  <a:latin typeface="Cambria Math" panose="02040503050406030204" pitchFamily="18" charset="0"/>
                                </a:rPr>
                              </m:ctrlPr>
                            </m:sSubSupPr>
                            <m:e>
                              <m:r>
                                <a:rPr lang="en-US" i="1">
                                  <a:latin typeface="Cambria Math" panose="02040503050406030204" pitchFamily="18" charset="0"/>
                                </a:rPr>
                                <m:t>𝑠</m:t>
                              </m:r>
                            </m:e>
                            <m:sub>
                              <m:r>
                                <a:rPr lang="en-US" i="1">
                                  <a:latin typeface="Cambria Math" panose="02040503050406030204" pitchFamily="18" charset="0"/>
                                </a:rPr>
                                <m:t>2</m:t>
                              </m:r>
                            </m:sub>
                            <m:sup>
                              <m:r>
                                <a:rPr lang="en-US" i="1">
                                  <a:latin typeface="Cambria Math" panose="02040503050406030204" pitchFamily="18" charset="0"/>
                                </a:rPr>
                                <m:t>2</m:t>
                              </m:r>
                            </m:sup>
                          </m:sSubSup>
                        </m:e>
                      </m:d>
                    </m:oMath>
                  </m:oMathPara>
                </a14:m>
                <a:endParaRPr lang="en-US" dirty="0"/>
              </a:p>
            </p:txBody>
          </p:sp>
        </mc:Choice>
        <mc:Fallback>
          <p:sp>
            <p:nvSpPr>
              <p:cNvPr id="3" name="TextBox 2"/>
              <p:cNvSpPr txBox="1">
                <a:spLocks noRot="1" noChangeAspect="1" noMove="1" noResize="1" noEditPoints="1" noAdjustHandles="1" noChangeArrowheads="1" noChangeShapeType="1" noTextEdit="1"/>
              </p:cNvSpPr>
              <p:nvPr/>
            </p:nvSpPr>
            <p:spPr>
              <a:xfrm>
                <a:off x="6058968" y="1605165"/>
                <a:ext cx="765659" cy="280718"/>
              </a:xfrm>
              <a:prstGeom prst="rect">
                <a:avLst/>
              </a:prstGeom>
              <a:blipFill rotWithShape="0">
                <a:blip r:embed="rId14"/>
                <a:stretch>
                  <a:fillRect t="-2174" b="-1956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1" name="TextBox 20"/>
              <p:cNvSpPr txBox="1"/>
              <p:nvPr/>
            </p:nvSpPr>
            <p:spPr>
              <a:xfrm>
                <a:off x="6058968" y="2427740"/>
                <a:ext cx="791178" cy="312650"/>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𝑌</m:t>
                                  </m:r>
                                </m:e>
                              </m:acc>
                            </m:e>
                            <m:sub>
                              <m:r>
                                <a:rPr lang="en-US" b="0" i="1" smtClean="0">
                                  <a:latin typeface="Cambria Math" panose="02040503050406030204" pitchFamily="18" charset="0"/>
                                </a:rPr>
                                <m:t>𝑘</m:t>
                              </m:r>
                            </m:sub>
                          </m:sSub>
                          <m:r>
                            <a:rPr lang="en-US" i="1">
                              <a:latin typeface="Cambria Math" panose="02040503050406030204" pitchFamily="18" charset="0"/>
                            </a:rPr>
                            <m:t>, </m:t>
                          </m:r>
                          <m:sSubSup>
                            <m:sSubSupPr>
                              <m:ctrlPr>
                                <a:rPr lang="en-US" i="1">
                                  <a:latin typeface="Cambria Math" panose="02040503050406030204" pitchFamily="18" charset="0"/>
                                </a:rPr>
                              </m:ctrlPr>
                            </m:sSubSupPr>
                            <m:e>
                              <m:r>
                                <a:rPr lang="en-US" i="1">
                                  <a:latin typeface="Cambria Math" panose="02040503050406030204" pitchFamily="18" charset="0"/>
                                </a:rPr>
                                <m:t>𝑠</m:t>
                              </m:r>
                            </m:e>
                            <m:sub>
                              <m:r>
                                <a:rPr lang="en-US" b="0" i="1" smtClean="0">
                                  <a:latin typeface="Cambria Math" panose="02040503050406030204" pitchFamily="18" charset="0"/>
                                </a:rPr>
                                <m:t>𝑘</m:t>
                              </m:r>
                            </m:sub>
                            <m:sup>
                              <m:r>
                                <a:rPr lang="en-US" i="1">
                                  <a:latin typeface="Cambria Math" panose="02040503050406030204" pitchFamily="18" charset="0"/>
                                </a:rPr>
                                <m:t>2</m:t>
                              </m:r>
                            </m:sup>
                          </m:sSubSup>
                        </m:e>
                      </m:d>
                    </m:oMath>
                  </m:oMathPara>
                </a14:m>
                <a:endParaRPr lang="en-US" dirty="0"/>
              </a:p>
            </p:txBody>
          </p:sp>
        </mc:Choice>
        <mc:Fallback>
          <p:sp>
            <p:nvSpPr>
              <p:cNvPr id="21" name="TextBox 20"/>
              <p:cNvSpPr txBox="1">
                <a:spLocks noRot="1" noChangeAspect="1" noMove="1" noResize="1" noEditPoints="1" noAdjustHandles="1" noChangeArrowheads="1" noChangeShapeType="1" noTextEdit="1"/>
              </p:cNvSpPr>
              <p:nvPr/>
            </p:nvSpPr>
            <p:spPr>
              <a:xfrm>
                <a:off x="6058968" y="2427740"/>
                <a:ext cx="791178" cy="312650"/>
              </a:xfrm>
              <a:prstGeom prst="rect">
                <a:avLst/>
              </a:prstGeom>
              <a:blipFill rotWithShape="0">
                <a:blip r:embed="rId15"/>
                <a:stretch>
                  <a:fillRect b="-11538"/>
                </a:stretch>
              </a:blipFill>
            </p:spPr>
            <p:txBody>
              <a:bodyPr/>
              <a:lstStyle/>
              <a:p>
                <a:r>
                  <a:rPr lang="en-US">
                    <a:noFill/>
                  </a:rPr>
                  <a:t> </a:t>
                </a:r>
              </a:p>
            </p:txBody>
          </p:sp>
        </mc:Fallback>
      </mc:AlternateContent>
    </p:spTree>
    <p:extLst>
      <p:ext uri="{BB962C8B-B14F-4D97-AF65-F5344CB8AC3E}">
        <p14:creationId xmlns:p14="http://schemas.microsoft.com/office/powerpoint/2010/main" val="27519935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43489" y="219610"/>
            <a:ext cx="8493774" cy="713973"/>
          </a:xfrm>
          <a:prstGeom prst="rect">
            <a:avLst/>
          </a:prstGeom>
        </p:spPr>
        <p:txBody>
          <a:bodyPr>
            <a:noAutofit/>
          </a:bodyPr>
          <a:lstStyle/>
          <a:p>
            <a:pPr eaLnBrk="1" hangingPunct="1"/>
            <a:r>
              <a:rPr lang="en-US" altLang="en-US" sz="3600" dirty="0">
                <a:latin typeface="Vitesse"/>
                <a:ea typeface="MS PGothic" charset="-128"/>
              </a:rPr>
              <a:t>ANOVA Example 1: </a:t>
            </a:r>
            <a:r>
              <a:rPr lang="en-US" altLang="en-US" sz="3600" dirty="0" smtClean="0">
                <a:latin typeface="Vitesse"/>
                <a:ea typeface="MS PGothic" charset="-128"/>
              </a:rPr>
              <a:t>Global Suicide</a:t>
            </a:r>
            <a:endParaRPr lang="en-US" altLang="en-US" sz="3600" dirty="0">
              <a:latin typeface="Vitesse"/>
              <a:ea typeface="MS PGothic" charset="-128"/>
            </a:endParaRPr>
          </a:p>
        </p:txBody>
      </p:sp>
      <p:sp>
        <p:nvSpPr>
          <p:cNvPr id="16" name="TextBox 15">
            <a:extLst>
              <a:ext uri="{FF2B5EF4-FFF2-40B4-BE49-F238E27FC236}">
                <a16:creationId xmlns:a16="http://schemas.microsoft.com/office/drawing/2014/main" xmlns="" id="{FD300ECF-99B3-4AAF-8C6F-883A5D94693C}"/>
              </a:ext>
            </a:extLst>
          </p:cNvPr>
          <p:cNvSpPr txBox="1"/>
          <p:nvPr/>
        </p:nvSpPr>
        <p:spPr>
          <a:xfrm>
            <a:off x="130701" y="1008763"/>
            <a:ext cx="4255861" cy="1754326"/>
          </a:xfrm>
          <a:prstGeom prst="rect">
            <a:avLst/>
          </a:prstGeom>
          <a:noFill/>
        </p:spPr>
        <p:txBody>
          <a:bodyPr wrap="square" rtlCol="0">
            <a:spAutoFit/>
          </a:bodyPr>
          <a:lstStyle/>
          <a:p>
            <a:r>
              <a:rPr lang="en-US" b="1" dirty="0">
                <a:latin typeface="Helvetica" pitchFamily="2" charset="0"/>
              </a:rPr>
              <a:t>Data Source</a:t>
            </a:r>
            <a:r>
              <a:rPr lang="en-US" dirty="0">
                <a:latin typeface="Helvetica" pitchFamily="2" charset="0"/>
              </a:rPr>
              <a:t>:</a:t>
            </a:r>
          </a:p>
          <a:p>
            <a:endParaRPr lang="en-US" dirty="0">
              <a:latin typeface="Helvetica" pitchFamily="2" charset="0"/>
            </a:endParaRPr>
          </a:p>
          <a:p>
            <a:r>
              <a:rPr lang="en-US" dirty="0">
                <a:latin typeface="Helvetica" pitchFamily="2" charset="0"/>
              </a:rPr>
              <a:t>Suicide Rate: Kaggle</a:t>
            </a:r>
          </a:p>
          <a:p>
            <a:endParaRPr lang="en-US" dirty="0">
              <a:latin typeface="Helvetica" pitchFamily="2" charset="0"/>
            </a:endParaRPr>
          </a:p>
          <a:p>
            <a:r>
              <a:rPr lang="en-US" i="1" u="sng" dirty="0">
                <a:latin typeface="Helvetica" pitchFamily="2" charset="0"/>
                <a:hlinkClick r:id="rId3"/>
              </a:rPr>
              <a:t>https://www.kaggle.com/russellyates88/suicide-rates-overview-1985-to-2016</a:t>
            </a:r>
            <a:endParaRPr lang="en-US" i="1" u="sng" dirty="0">
              <a:latin typeface="Helvetica" pitchFamily="2" charset="0"/>
            </a:endParaRPr>
          </a:p>
        </p:txBody>
      </p:sp>
      <p:pic>
        <p:nvPicPr>
          <p:cNvPr id="2" name="Picture 1"/>
          <p:cNvPicPr>
            <a:picLocks noChangeAspect="1"/>
          </p:cNvPicPr>
          <p:nvPr/>
        </p:nvPicPr>
        <p:blipFill rotWithShape="1">
          <a:blip r:embed="rId4">
            <a:extLst>
              <a:ext uri="{28A0092B-C50C-407E-A947-70E740481C1C}">
                <a14:useLocalDpi xmlns:a14="http://schemas.microsoft.com/office/drawing/2010/main" val="0"/>
              </a:ext>
            </a:extLst>
          </a:blip>
          <a:srcRect t="78193" r="75823" b="1"/>
          <a:stretch/>
        </p:blipFill>
        <p:spPr>
          <a:xfrm>
            <a:off x="5254861" y="1023104"/>
            <a:ext cx="2680594" cy="2417735"/>
          </a:xfrm>
          <a:prstGeom prst="rect">
            <a:avLst/>
          </a:prstGeom>
        </p:spPr>
      </p:pic>
    </p:spTree>
    <p:extLst>
      <p:ext uri="{BB962C8B-B14F-4D97-AF65-F5344CB8AC3E}">
        <p14:creationId xmlns:p14="http://schemas.microsoft.com/office/powerpoint/2010/main" val="411057766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1" name="Rectangle 7"/>
          <p:cNvSpPr>
            <a:spLocks noChangeArrowheads="1"/>
          </p:cNvSpPr>
          <p:nvPr/>
        </p:nvSpPr>
        <p:spPr bwMode="auto">
          <a:xfrm>
            <a:off x="5530893" y="1283175"/>
            <a:ext cx="3255019" cy="1530372"/>
          </a:xfrm>
          <a:prstGeom prst="rect">
            <a:avLst/>
          </a:prstGeom>
          <a:noFill/>
          <a:ln w="1905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marL="457200" indent="-457200">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eaLnBrk="0" fontAlgn="base" hangingPunct="0">
              <a:spcBef>
                <a:spcPct val="0"/>
              </a:spcBef>
              <a:spcAft>
                <a:spcPct val="0"/>
              </a:spcAft>
              <a:defRPr>
                <a:solidFill>
                  <a:schemeClr val="tx1"/>
                </a:solidFill>
                <a:latin typeface="Calibri" charset="0"/>
                <a:ea typeface="MS PGothic" charset="-128"/>
              </a:defRPr>
            </a:lvl6pPr>
            <a:lvl7pPr marL="2971800" indent="-228600" eaLnBrk="0" fontAlgn="base" hangingPunct="0">
              <a:spcBef>
                <a:spcPct val="0"/>
              </a:spcBef>
              <a:spcAft>
                <a:spcPct val="0"/>
              </a:spcAft>
              <a:defRPr>
                <a:solidFill>
                  <a:schemeClr val="tx1"/>
                </a:solidFill>
                <a:latin typeface="Calibri" charset="0"/>
                <a:ea typeface="MS PGothic" charset="-128"/>
              </a:defRPr>
            </a:lvl7pPr>
            <a:lvl8pPr marL="3429000" indent="-228600" eaLnBrk="0" fontAlgn="base" hangingPunct="0">
              <a:spcBef>
                <a:spcPct val="0"/>
              </a:spcBef>
              <a:spcAft>
                <a:spcPct val="0"/>
              </a:spcAft>
              <a:defRPr>
                <a:solidFill>
                  <a:schemeClr val="tx1"/>
                </a:solidFill>
                <a:latin typeface="Calibri" charset="0"/>
                <a:ea typeface="MS PGothic" charset="-128"/>
              </a:defRPr>
            </a:lvl8pPr>
            <a:lvl9pPr marL="3886200" indent="-228600" eaLnBrk="0" fontAlgn="base" hangingPunct="0">
              <a:spcBef>
                <a:spcPct val="0"/>
              </a:spcBef>
              <a:spcAft>
                <a:spcPct val="0"/>
              </a:spcAft>
              <a:defRPr>
                <a:solidFill>
                  <a:schemeClr val="tx1"/>
                </a:solidFill>
                <a:latin typeface="Calibri" charset="0"/>
                <a:ea typeface="MS PGothic" charset="-128"/>
              </a:defRPr>
            </a:lvl9pPr>
          </a:lstStyle>
          <a:p>
            <a:pPr marL="346075" indent="-346075" eaLnBrk="1" hangingPunct="1">
              <a:buFontTx/>
              <a:buAutoNum type="arabicPeriod"/>
            </a:pPr>
            <a:r>
              <a:rPr lang="en-US" altLang="en-US" sz="1800" dirty="0">
                <a:latin typeface="Helvetica" charset="0"/>
                <a:ea typeface="Helvetica" charset="0"/>
                <a:cs typeface="Helvetica" charset="0"/>
              </a:rPr>
              <a:t>Is there a difference in the suicide rate by </a:t>
            </a:r>
            <a:r>
              <a:rPr lang="en-US" altLang="en-US" sz="1800" dirty="0" smtClean="0">
                <a:latin typeface="Helvetica" charset="0"/>
                <a:ea typeface="Helvetica" charset="0"/>
                <a:cs typeface="Helvetica" charset="0"/>
              </a:rPr>
              <a:t>region?</a:t>
            </a:r>
          </a:p>
          <a:p>
            <a:pPr marL="346075" indent="-346075" eaLnBrk="1" hangingPunct="1">
              <a:buFontTx/>
              <a:buAutoNum type="arabicPeriod"/>
            </a:pPr>
            <a:endParaRPr lang="en-US" altLang="en-US" dirty="0">
              <a:latin typeface="Helvetica" charset="0"/>
              <a:ea typeface="Helvetica" charset="0"/>
              <a:cs typeface="Helvetica" charset="0"/>
            </a:endParaRPr>
          </a:p>
          <a:p>
            <a:pPr marL="346075" indent="-346075" eaLnBrk="1" hangingPunct="1">
              <a:buFontTx/>
              <a:buAutoNum type="arabicPeriod"/>
            </a:pPr>
            <a:r>
              <a:rPr lang="en-US" altLang="en-US" sz="1800" dirty="0" smtClean="0">
                <a:latin typeface="Helvetica" charset="0"/>
                <a:ea typeface="Helvetica" charset="0"/>
                <a:cs typeface="Helvetica" charset="0"/>
              </a:rPr>
              <a:t>Which </a:t>
            </a:r>
            <a:r>
              <a:rPr lang="en-US" altLang="en-US" sz="1800" dirty="0">
                <a:latin typeface="Helvetica" charset="0"/>
                <a:ea typeface="Helvetica" charset="0"/>
                <a:cs typeface="Helvetica" charset="0"/>
              </a:rPr>
              <a:t>region has higher suicide rate?</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5998" y="1003927"/>
            <a:ext cx="5234896" cy="2944629"/>
          </a:xfrm>
          <a:prstGeom prst="rect">
            <a:avLst/>
          </a:prstGeom>
        </p:spPr>
      </p:pic>
      <p:sp>
        <p:nvSpPr>
          <p:cNvPr id="6" name="标题 1"/>
          <p:cNvSpPr txBox="1">
            <a:spLocks/>
          </p:cNvSpPr>
          <p:nvPr/>
        </p:nvSpPr>
        <p:spPr>
          <a:xfrm>
            <a:off x="140550" y="214356"/>
            <a:ext cx="8997056" cy="680861"/>
          </a:xfrm>
          <a:prstGeom prst="rect">
            <a:avLst/>
          </a:prstGeom>
        </p:spPr>
        <p:txBody>
          <a:bodyPr>
            <a:noAutofit/>
          </a:bodyPr>
          <a:lstStyle>
            <a:lvl1pPr algn="l" defTabSz="457200" rtl="0" eaLnBrk="1" latinLnBrk="0" hangingPunct="1">
              <a:spcBef>
                <a:spcPct val="0"/>
              </a:spcBef>
              <a:buNone/>
              <a:defRPr lang="en-US" sz="3200" kern="1200" dirty="0">
                <a:solidFill>
                  <a:schemeClr val="tx1"/>
                </a:solidFill>
                <a:latin typeface="Vitesse Bold"/>
                <a:ea typeface="+mj-ea"/>
                <a:cs typeface="Vitesse Bold"/>
              </a:defRPr>
            </a:lvl1pPr>
          </a:lstStyle>
          <a:p>
            <a:r>
              <a:rPr kumimoji="1" lang="pt-BR" altLang="zh-CN" sz="3600" dirty="0" smtClean="0">
                <a:latin typeface="Vitesse"/>
              </a:rPr>
              <a:t>ANOVA Example 1: Suicide Rate &amp; Region</a:t>
            </a:r>
            <a:endParaRPr kumimoji="1" lang="pt-BR" altLang="zh-CN" sz="3600" dirty="0">
              <a:latin typeface="Vitesse"/>
            </a:endParaRPr>
          </a:p>
        </p:txBody>
      </p:sp>
    </p:spTree>
    <p:extLst>
      <p:ext uri="{BB962C8B-B14F-4D97-AF65-F5344CB8AC3E}">
        <p14:creationId xmlns:p14="http://schemas.microsoft.com/office/powerpoint/2010/main" val="3081763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2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Text Box 4"/>
          <p:cNvSpPr txBox="1">
            <a:spLocks noChangeArrowheads="1"/>
          </p:cNvSpPr>
          <p:nvPr/>
        </p:nvSpPr>
        <p:spPr bwMode="auto">
          <a:xfrm>
            <a:off x="153338" y="1009575"/>
            <a:ext cx="382905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eaLnBrk="0" fontAlgn="base" hangingPunct="0">
              <a:spcBef>
                <a:spcPct val="0"/>
              </a:spcBef>
              <a:spcAft>
                <a:spcPct val="0"/>
              </a:spcAft>
              <a:defRPr>
                <a:solidFill>
                  <a:schemeClr val="tx1"/>
                </a:solidFill>
                <a:latin typeface="Calibri" charset="0"/>
                <a:ea typeface="MS PGothic" charset="-128"/>
              </a:defRPr>
            </a:lvl6pPr>
            <a:lvl7pPr marL="2971800" indent="-228600" eaLnBrk="0" fontAlgn="base" hangingPunct="0">
              <a:spcBef>
                <a:spcPct val="0"/>
              </a:spcBef>
              <a:spcAft>
                <a:spcPct val="0"/>
              </a:spcAft>
              <a:defRPr>
                <a:solidFill>
                  <a:schemeClr val="tx1"/>
                </a:solidFill>
                <a:latin typeface="Calibri" charset="0"/>
                <a:ea typeface="MS PGothic" charset="-128"/>
              </a:defRPr>
            </a:lvl7pPr>
            <a:lvl8pPr marL="3429000" indent="-228600" eaLnBrk="0" fontAlgn="base" hangingPunct="0">
              <a:spcBef>
                <a:spcPct val="0"/>
              </a:spcBef>
              <a:spcAft>
                <a:spcPct val="0"/>
              </a:spcAft>
              <a:defRPr>
                <a:solidFill>
                  <a:schemeClr val="tx1"/>
                </a:solidFill>
                <a:latin typeface="Calibri" charset="0"/>
                <a:ea typeface="MS PGothic" charset="-128"/>
              </a:defRPr>
            </a:lvl8pPr>
            <a:lvl9pPr marL="3886200" indent="-228600" eaLnBrk="0" fontAlgn="base" hangingPunct="0">
              <a:spcBef>
                <a:spcPct val="0"/>
              </a:spcBef>
              <a:spcAft>
                <a:spcPct val="0"/>
              </a:spcAft>
              <a:defRPr>
                <a:solidFill>
                  <a:schemeClr val="tx1"/>
                </a:solidFill>
                <a:latin typeface="Calibri" charset="0"/>
                <a:ea typeface="MS PGothic" charset="-128"/>
              </a:defRPr>
            </a:lvl9pPr>
          </a:lstStyle>
          <a:p>
            <a:pPr eaLnBrk="1" hangingPunct="1">
              <a:spcBef>
                <a:spcPct val="50000"/>
              </a:spcBef>
            </a:pPr>
            <a:r>
              <a:rPr lang="en-US" altLang="en-US" sz="1800" dirty="0">
                <a:latin typeface="Helvetica" charset="0"/>
                <a:ea typeface="Helvetica" charset="0"/>
                <a:cs typeface="Helvetica" charset="0"/>
              </a:rPr>
              <a:t>Three different keyboard layouts are being compared in terms of typing speed. </a:t>
            </a:r>
          </a:p>
        </p:txBody>
      </p:sp>
      <p:grpSp>
        <p:nvGrpSpPr>
          <p:cNvPr id="2" name="Group 1"/>
          <p:cNvGrpSpPr/>
          <p:nvPr/>
        </p:nvGrpSpPr>
        <p:grpSpPr>
          <a:xfrm>
            <a:off x="5524500" y="1058303"/>
            <a:ext cx="2864674" cy="3627296"/>
            <a:chOff x="5524500" y="858969"/>
            <a:chExt cx="2864674" cy="3627296"/>
          </a:xfrm>
        </p:grpSpPr>
        <p:sp>
          <p:nvSpPr>
            <p:cNvPr id="8194" name="Rectangle 2"/>
            <p:cNvSpPr>
              <a:spLocks noChangeArrowheads="1"/>
            </p:cNvSpPr>
            <p:nvPr/>
          </p:nvSpPr>
          <p:spPr bwMode="auto">
            <a:xfrm>
              <a:off x="5524500" y="858969"/>
              <a:ext cx="2631781" cy="3614663"/>
            </a:xfrm>
            <a:prstGeom prst="rect">
              <a:avLst/>
            </a:prstGeom>
            <a:solidFill>
              <a:srgbClr val="EEB211"/>
            </a:solidFill>
            <a:ln w="9525">
              <a:noFill/>
              <a:miter lim="800000"/>
              <a:headEnd/>
              <a:tailEnd/>
            </a:ln>
            <a:effec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defRPr/>
              </a:pPr>
              <a:endParaRPr lang="en-US" altLang="en-US" sz="1800"/>
            </a:p>
          </p:txBody>
        </p:sp>
        <p:sp>
          <p:nvSpPr>
            <p:cNvPr id="10245" name="Rectangle 5"/>
            <p:cNvSpPr>
              <a:spLocks noChangeArrowheads="1"/>
            </p:cNvSpPr>
            <p:nvPr/>
          </p:nvSpPr>
          <p:spPr bwMode="auto">
            <a:xfrm>
              <a:off x="5542504" y="885279"/>
              <a:ext cx="2846670" cy="3600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eaLnBrk="0" fontAlgn="base" hangingPunct="0">
                <a:spcBef>
                  <a:spcPct val="0"/>
                </a:spcBef>
                <a:spcAft>
                  <a:spcPct val="0"/>
                </a:spcAft>
                <a:defRPr>
                  <a:solidFill>
                    <a:schemeClr val="tx1"/>
                  </a:solidFill>
                  <a:latin typeface="Calibri" charset="0"/>
                  <a:ea typeface="MS PGothic" charset="-128"/>
                </a:defRPr>
              </a:lvl6pPr>
              <a:lvl7pPr marL="2971800" indent="-228600" eaLnBrk="0" fontAlgn="base" hangingPunct="0">
                <a:spcBef>
                  <a:spcPct val="0"/>
                </a:spcBef>
                <a:spcAft>
                  <a:spcPct val="0"/>
                </a:spcAft>
                <a:defRPr>
                  <a:solidFill>
                    <a:schemeClr val="tx1"/>
                  </a:solidFill>
                  <a:latin typeface="Calibri" charset="0"/>
                  <a:ea typeface="MS PGothic" charset="-128"/>
                </a:defRPr>
              </a:lvl7pPr>
              <a:lvl8pPr marL="3429000" indent="-228600" eaLnBrk="0" fontAlgn="base" hangingPunct="0">
                <a:spcBef>
                  <a:spcPct val="0"/>
                </a:spcBef>
                <a:spcAft>
                  <a:spcPct val="0"/>
                </a:spcAft>
                <a:defRPr>
                  <a:solidFill>
                    <a:schemeClr val="tx1"/>
                  </a:solidFill>
                  <a:latin typeface="Calibri" charset="0"/>
                  <a:ea typeface="MS PGothic" charset="-128"/>
                </a:defRPr>
              </a:lvl8pPr>
              <a:lvl9pPr marL="3886200" indent="-228600" eaLnBrk="0" fontAlgn="base" hangingPunct="0">
                <a:spcBef>
                  <a:spcPct val="0"/>
                </a:spcBef>
                <a:spcAft>
                  <a:spcPct val="0"/>
                </a:spcAft>
                <a:defRPr>
                  <a:solidFill>
                    <a:schemeClr val="tx1"/>
                  </a:solidFill>
                  <a:latin typeface="Calibri" charset="0"/>
                  <a:ea typeface="MS PGothic" charset="-128"/>
                </a:defRPr>
              </a:lvl9pPr>
            </a:lstStyle>
            <a:p>
              <a:pPr eaLnBrk="1" hangingPunct="1">
                <a:spcBef>
                  <a:spcPct val="50000"/>
                </a:spcBef>
              </a:pPr>
              <a:r>
                <a:rPr lang="en-US" altLang="en-US" sz="1200" dirty="0">
                  <a:latin typeface="Helvetica" charset="0"/>
                  <a:ea typeface="Helvetica" charset="0"/>
                  <a:cs typeface="Helvetica" charset="0"/>
                </a:rPr>
                <a:t>Layout 1	Layout 2	Layout 3</a:t>
              </a:r>
            </a:p>
            <a:p>
              <a:pPr eaLnBrk="1" hangingPunct="1">
                <a:spcBef>
                  <a:spcPct val="50000"/>
                </a:spcBef>
              </a:pPr>
              <a:r>
                <a:rPr lang="en-US" altLang="en-US" sz="1200" dirty="0">
                  <a:latin typeface="Helvetica" charset="0"/>
                  <a:ea typeface="Helvetica" charset="0"/>
                  <a:cs typeface="Helvetica" charset="0"/>
                </a:rPr>
                <a:t>23.8		30.2		27.0</a:t>
              </a:r>
            </a:p>
            <a:p>
              <a:pPr eaLnBrk="1" hangingPunct="1">
                <a:spcBef>
                  <a:spcPct val="50000"/>
                </a:spcBef>
              </a:pPr>
              <a:r>
                <a:rPr lang="en-US" altLang="en-US" sz="1200" dirty="0">
                  <a:latin typeface="Helvetica" charset="0"/>
                  <a:ea typeface="Helvetica" charset="0"/>
                  <a:cs typeface="Helvetica" charset="0"/>
                </a:rPr>
                <a:t>25.6		29.9		25.4</a:t>
              </a:r>
            </a:p>
            <a:p>
              <a:pPr eaLnBrk="1" hangingPunct="1">
                <a:spcBef>
                  <a:spcPct val="50000"/>
                </a:spcBef>
              </a:pPr>
              <a:r>
                <a:rPr lang="en-US" altLang="en-US" sz="1200" dirty="0">
                  <a:latin typeface="Helvetica" charset="0"/>
                  <a:ea typeface="Helvetica" charset="0"/>
                  <a:cs typeface="Helvetica" charset="0"/>
                </a:rPr>
                <a:t>24.0		29.1		25.6</a:t>
              </a:r>
            </a:p>
            <a:p>
              <a:pPr eaLnBrk="1" hangingPunct="1">
                <a:spcBef>
                  <a:spcPct val="50000"/>
                </a:spcBef>
              </a:pPr>
              <a:r>
                <a:rPr lang="en-US" altLang="en-US" sz="1200" dirty="0">
                  <a:latin typeface="Helvetica" charset="0"/>
                  <a:ea typeface="Helvetica" charset="0"/>
                  <a:cs typeface="Helvetica" charset="0"/>
                </a:rPr>
                <a:t>25.1		28.8		24.2</a:t>
              </a:r>
            </a:p>
            <a:p>
              <a:pPr eaLnBrk="1" hangingPunct="1">
                <a:spcBef>
                  <a:spcPct val="50000"/>
                </a:spcBef>
              </a:pPr>
              <a:r>
                <a:rPr lang="en-US" altLang="en-US" sz="1200" dirty="0">
                  <a:latin typeface="Helvetica" charset="0"/>
                  <a:ea typeface="Helvetica" charset="0"/>
                  <a:cs typeface="Helvetica" charset="0"/>
                </a:rPr>
                <a:t>25.5		29.1		24.8</a:t>
              </a:r>
            </a:p>
            <a:p>
              <a:pPr eaLnBrk="1" hangingPunct="1">
                <a:spcBef>
                  <a:spcPct val="50000"/>
                </a:spcBef>
              </a:pPr>
              <a:r>
                <a:rPr lang="en-US" altLang="en-US" sz="1200" dirty="0">
                  <a:latin typeface="Helvetica" charset="0"/>
                  <a:ea typeface="Helvetica" charset="0"/>
                  <a:cs typeface="Helvetica" charset="0"/>
                </a:rPr>
                <a:t>26.1		28.6		24.0</a:t>
              </a:r>
            </a:p>
            <a:p>
              <a:pPr eaLnBrk="1" hangingPunct="1">
                <a:spcBef>
                  <a:spcPct val="50000"/>
                </a:spcBef>
              </a:pPr>
              <a:r>
                <a:rPr lang="en-US" altLang="en-US" sz="1200" dirty="0">
                  <a:latin typeface="Helvetica" charset="0"/>
                  <a:ea typeface="Helvetica" charset="0"/>
                  <a:cs typeface="Helvetica" charset="0"/>
                </a:rPr>
                <a:t>23.8		28.3		25.5</a:t>
              </a:r>
            </a:p>
            <a:p>
              <a:pPr eaLnBrk="1" hangingPunct="1">
                <a:spcBef>
                  <a:spcPct val="50000"/>
                </a:spcBef>
              </a:pPr>
              <a:r>
                <a:rPr lang="en-US" altLang="en-US" sz="1200" dirty="0">
                  <a:latin typeface="Helvetica" charset="0"/>
                  <a:ea typeface="Helvetica" charset="0"/>
                  <a:cs typeface="Helvetica" charset="0"/>
                </a:rPr>
                <a:t>25.7		28.7		23.9</a:t>
              </a:r>
            </a:p>
            <a:p>
              <a:pPr eaLnBrk="1" hangingPunct="1">
                <a:spcBef>
                  <a:spcPct val="50000"/>
                </a:spcBef>
              </a:pPr>
              <a:r>
                <a:rPr lang="en-US" altLang="en-US" sz="1200" dirty="0">
                  <a:latin typeface="Helvetica" charset="0"/>
                  <a:ea typeface="Helvetica" charset="0"/>
                  <a:cs typeface="Helvetica" charset="0"/>
                </a:rPr>
                <a:t>24.3		27.9		22.6</a:t>
              </a:r>
            </a:p>
            <a:p>
              <a:pPr eaLnBrk="1" hangingPunct="1">
                <a:spcBef>
                  <a:spcPct val="50000"/>
                </a:spcBef>
              </a:pPr>
              <a:r>
                <a:rPr lang="en-US" altLang="en-US" sz="1200" dirty="0">
                  <a:latin typeface="Helvetica" charset="0"/>
                  <a:ea typeface="Helvetica" charset="0"/>
                  <a:cs typeface="Helvetica" charset="0"/>
                </a:rPr>
                <a:t>26.0		30.5		26.0</a:t>
              </a:r>
            </a:p>
            <a:p>
              <a:pPr eaLnBrk="1" hangingPunct="1">
                <a:spcBef>
                  <a:spcPct val="50000"/>
                </a:spcBef>
              </a:pPr>
              <a:r>
                <a:rPr lang="en-US" altLang="en-US" sz="1200" dirty="0">
                  <a:latin typeface="Helvetica" charset="0"/>
                  <a:ea typeface="Helvetica" charset="0"/>
                  <a:cs typeface="Helvetica" charset="0"/>
                </a:rPr>
                <a:t>24.6		*   		</a:t>
              </a:r>
              <a:r>
                <a:rPr lang="en-US" altLang="en-US" sz="1200" dirty="0" smtClean="0">
                  <a:latin typeface="Helvetica" charset="0"/>
                  <a:ea typeface="Helvetica" charset="0"/>
                  <a:cs typeface="Helvetica" charset="0"/>
                </a:rPr>
                <a:t>23.4</a:t>
              </a:r>
            </a:p>
            <a:p>
              <a:pPr eaLnBrk="1" hangingPunct="1">
                <a:spcBef>
                  <a:spcPct val="50000"/>
                </a:spcBef>
              </a:pPr>
              <a:r>
                <a:rPr lang="en-US" altLang="en-US" sz="1200" dirty="0" smtClean="0">
                  <a:latin typeface="Helvetica" charset="0"/>
                  <a:ea typeface="Helvetica" charset="0"/>
                  <a:cs typeface="Helvetica" charset="0"/>
                </a:rPr>
                <a:t>27.0</a:t>
              </a:r>
              <a:r>
                <a:rPr lang="en-US" altLang="en-US" sz="1200" dirty="0">
                  <a:latin typeface="Helvetica" charset="0"/>
                  <a:ea typeface="Helvetica" charset="0"/>
                  <a:cs typeface="Helvetica" charset="0"/>
                </a:rPr>
                <a:t>		*   		*   </a:t>
              </a:r>
            </a:p>
          </p:txBody>
        </p:sp>
      </p:grpSp>
      <p:sp>
        <p:nvSpPr>
          <p:cNvPr id="10246" name="AutoShape 6" descr="Typewriter"/>
          <p:cNvSpPr>
            <a:spLocks noChangeAspect="1" noChangeArrowheads="1"/>
          </p:cNvSpPr>
          <p:nvPr/>
        </p:nvSpPr>
        <p:spPr bwMode="auto">
          <a:xfrm>
            <a:off x="4186238" y="2185988"/>
            <a:ext cx="771525"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eaLnBrk="0" fontAlgn="base" hangingPunct="0">
              <a:spcBef>
                <a:spcPct val="0"/>
              </a:spcBef>
              <a:spcAft>
                <a:spcPct val="0"/>
              </a:spcAft>
              <a:defRPr>
                <a:solidFill>
                  <a:schemeClr val="tx1"/>
                </a:solidFill>
                <a:latin typeface="Calibri" charset="0"/>
                <a:ea typeface="MS PGothic" charset="-128"/>
              </a:defRPr>
            </a:lvl6pPr>
            <a:lvl7pPr marL="2971800" indent="-228600" eaLnBrk="0" fontAlgn="base" hangingPunct="0">
              <a:spcBef>
                <a:spcPct val="0"/>
              </a:spcBef>
              <a:spcAft>
                <a:spcPct val="0"/>
              </a:spcAft>
              <a:defRPr>
                <a:solidFill>
                  <a:schemeClr val="tx1"/>
                </a:solidFill>
                <a:latin typeface="Calibri" charset="0"/>
                <a:ea typeface="MS PGothic" charset="-128"/>
              </a:defRPr>
            </a:lvl7pPr>
            <a:lvl8pPr marL="3429000" indent="-228600" eaLnBrk="0" fontAlgn="base" hangingPunct="0">
              <a:spcBef>
                <a:spcPct val="0"/>
              </a:spcBef>
              <a:spcAft>
                <a:spcPct val="0"/>
              </a:spcAft>
              <a:defRPr>
                <a:solidFill>
                  <a:schemeClr val="tx1"/>
                </a:solidFill>
                <a:latin typeface="Calibri" charset="0"/>
                <a:ea typeface="MS PGothic" charset="-128"/>
              </a:defRPr>
            </a:lvl8pPr>
            <a:lvl9pPr marL="3886200" indent="-228600" eaLnBrk="0" fontAlgn="base" hangingPunct="0">
              <a:spcBef>
                <a:spcPct val="0"/>
              </a:spcBef>
              <a:spcAft>
                <a:spcPct val="0"/>
              </a:spcAft>
              <a:defRPr>
                <a:solidFill>
                  <a:schemeClr val="tx1"/>
                </a:solidFill>
                <a:latin typeface="Calibri" charset="0"/>
                <a:ea typeface="MS PGothic" charset="-128"/>
              </a:defRPr>
            </a:lvl9pPr>
          </a:lstStyle>
          <a:p>
            <a:pPr eaLnBrk="1" hangingPunct="1"/>
            <a:endParaRPr lang="en-US" altLang="en-US" sz="1800">
              <a:latin typeface="Times New Roman" charset="0"/>
            </a:endParaRPr>
          </a:p>
        </p:txBody>
      </p:sp>
      <p:sp>
        <p:nvSpPr>
          <p:cNvPr id="10247" name="AutoShape 7" descr="Typewriter"/>
          <p:cNvSpPr>
            <a:spLocks noChangeAspect="1" noChangeArrowheads="1"/>
          </p:cNvSpPr>
          <p:nvPr/>
        </p:nvSpPr>
        <p:spPr bwMode="auto">
          <a:xfrm>
            <a:off x="4186238" y="2185988"/>
            <a:ext cx="771525"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eaLnBrk="0" fontAlgn="base" hangingPunct="0">
              <a:spcBef>
                <a:spcPct val="0"/>
              </a:spcBef>
              <a:spcAft>
                <a:spcPct val="0"/>
              </a:spcAft>
              <a:defRPr>
                <a:solidFill>
                  <a:schemeClr val="tx1"/>
                </a:solidFill>
                <a:latin typeface="Calibri" charset="0"/>
                <a:ea typeface="MS PGothic" charset="-128"/>
              </a:defRPr>
            </a:lvl6pPr>
            <a:lvl7pPr marL="2971800" indent="-228600" eaLnBrk="0" fontAlgn="base" hangingPunct="0">
              <a:spcBef>
                <a:spcPct val="0"/>
              </a:spcBef>
              <a:spcAft>
                <a:spcPct val="0"/>
              </a:spcAft>
              <a:defRPr>
                <a:solidFill>
                  <a:schemeClr val="tx1"/>
                </a:solidFill>
                <a:latin typeface="Calibri" charset="0"/>
                <a:ea typeface="MS PGothic" charset="-128"/>
              </a:defRPr>
            </a:lvl7pPr>
            <a:lvl8pPr marL="3429000" indent="-228600" eaLnBrk="0" fontAlgn="base" hangingPunct="0">
              <a:spcBef>
                <a:spcPct val="0"/>
              </a:spcBef>
              <a:spcAft>
                <a:spcPct val="0"/>
              </a:spcAft>
              <a:defRPr>
                <a:solidFill>
                  <a:schemeClr val="tx1"/>
                </a:solidFill>
                <a:latin typeface="Calibri" charset="0"/>
                <a:ea typeface="MS PGothic" charset="-128"/>
              </a:defRPr>
            </a:lvl8pPr>
            <a:lvl9pPr marL="3886200" indent="-228600" eaLnBrk="0" fontAlgn="base" hangingPunct="0">
              <a:spcBef>
                <a:spcPct val="0"/>
              </a:spcBef>
              <a:spcAft>
                <a:spcPct val="0"/>
              </a:spcAft>
              <a:defRPr>
                <a:solidFill>
                  <a:schemeClr val="tx1"/>
                </a:solidFill>
                <a:latin typeface="Calibri" charset="0"/>
                <a:ea typeface="MS PGothic" charset="-128"/>
              </a:defRPr>
            </a:lvl9pPr>
          </a:lstStyle>
          <a:p>
            <a:pPr eaLnBrk="1" hangingPunct="1"/>
            <a:endParaRPr lang="en-US" altLang="en-US" sz="1800">
              <a:latin typeface="Times New Roman" charset="0"/>
            </a:endParaRPr>
          </a:p>
        </p:txBody>
      </p:sp>
      <p:pic>
        <p:nvPicPr>
          <p:cNvPr id="10248" name="Picture 8"/>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94589" y="2617941"/>
            <a:ext cx="2503638" cy="2525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标题 1">
            <a:extLst>
              <a:ext uri="{FF2B5EF4-FFF2-40B4-BE49-F238E27FC236}">
                <a16:creationId xmlns:a16="http://schemas.microsoft.com/office/drawing/2014/main" xmlns="" id="{413ABE08-8BB6-744B-8AB3-9A23B92FA23C}"/>
              </a:ext>
            </a:extLst>
          </p:cNvPr>
          <p:cNvSpPr txBox="1">
            <a:spLocks/>
          </p:cNvSpPr>
          <p:nvPr/>
        </p:nvSpPr>
        <p:spPr>
          <a:xfrm>
            <a:off x="153338" y="207963"/>
            <a:ext cx="8562392" cy="776776"/>
          </a:xfrm>
          <a:prstGeom prst="rect">
            <a:avLst/>
          </a:prstGeom>
        </p:spPr>
        <p:txBody>
          <a:bodyPr>
            <a:noAutofit/>
          </a:bodyPr>
          <a:lstStyle>
            <a:lvl1pPr algn="l" defTabSz="457200" rtl="0" eaLnBrk="1" latinLnBrk="0" hangingPunct="1">
              <a:spcBef>
                <a:spcPct val="0"/>
              </a:spcBef>
              <a:buNone/>
              <a:defRPr lang="en-US" sz="3200" kern="1200" dirty="0">
                <a:solidFill>
                  <a:schemeClr val="tx1"/>
                </a:solidFill>
                <a:latin typeface="Vitesse Bold"/>
                <a:ea typeface="+mj-ea"/>
                <a:cs typeface="Vitesse Bold"/>
              </a:defRPr>
            </a:lvl1pPr>
          </a:lstStyle>
          <a:p>
            <a:r>
              <a:rPr kumimoji="1" lang="en-US" altLang="zh-CN" sz="3600" dirty="0">
                <a:latin typeface="Vitesse"/>
              </a:rPr>
              <a:t>ANOVA Example 2: </a:t>
            </a:r>
            <a:r>
              <a:rPr kumimoji="1" lang="en-US" altLang="zh-CN" sz="3600" dirty="0" smtClean="0">
                <a:latin typeface="Vitesse"/>
              </a:rPr>
              <a:t>Keyboard </a:t>
            </a:r>
            <a:r>
              <a:rPr kumimoji="1" lang="en-US" altLang="zh-CN" sz="3600" dirty="0">
                <a:latin typeface="Vitesse"/>
              </a:rPr>
              <a:t>Layout</a:t>
            </a:r>
          </a:p>
        </p:txBody>
      </p:sp>
    </p:spTree>
    <p:extLst>
      <p:ext uri="{BB962C8B-B14F-4D97-AF65-F5344CB8AC3E}">
        <p14:creationId xmlns:p14="http://schemas.microsoft.com/office/powerpoint/2010/main" val="296278309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ChangeArrowheads="1"/>
          </p:cNvSpPr>
          <p:nvPr/>
        </p:nvSpPr>
        <p:spPr bwMode="auto">
          <a:xfrm>
            <a:off x="2000250" y="1771651"/>
            <a:ext cx="531495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eaLnBrk="0" fontAlgn="base" hangingPunct="0">
              <a:spcBef>
                <a:spcPct val="0"/>
              </a:spcBef>
              <a:spcAft>
                <a:spcPct val="0"/>
              </a:spcAft>
              <a:defRPr>
                <a:solidFill>
                  <a:schemeClr val="tx1"/>
                </a:solidFill>
                <a:latin typeface="Calibri" charset="0"/>
                <a:ea typeface="MS PGothic" charset="-128"/>
              </a:defRPr>
            </a:lvl6pPr>
            <a:lvl7pPr marL="2971800" indent="-228600" eaLnBrk="0" fontAlgn="base" hangingPunct="0">
              <a:spcBef>
                <a:spcPct val="0"/>
              </a:spcBef>
              <a:spcAft>
                <a:spcPct val="0"/>
              </a:spcAft>
              <a:defRPr>
                <a:solidFill>
                  <a:schemeClr val="tx1"/>
                </a:solidFill>
                <a:latin typeface="Calibri" charset="0"/>
                <a:ea typeface="MS PGothic" charset="-128"/>
              </a:defRPr>
            </a:lvl7pPr>
            <a:lvl8pPr marL="3429000" indent="-228600" eaLnBrk="0" fontAlgn="base" hangingPunct="0">
              <a:spcBef>
                <a:spcPct val="0"/>
              </a:spcBef>
              <a:spcAft>
                <a:spcPct val="0"/>
              </a:spcAft>
              <a:defRPr>
                <a:solidFill>
                  <a:schemeClr val="tx1"/>
                </a:solidFill>
                <a:latin typeface="Calibri" charset="0"/>
                <a:ea typeface="MS PGothic" charset="-128"/>
              </a:defRPr>
            </a:lvl8pPr>
            <a:lvl9pPr marL="3886200" indent="-228600" eaLnBrk="0" fontAlgn="base" hangingPunct="0">
              <a:spcBef>
                <a:spcPct val="0"/>
              </a:spcBef>
              <a:spcAft>
                <a:spcPct val="0"/>
              </a:spcAft>
              <a:defRPr>
                <a:solidFill>
                  <a:schemeClr val="tx1"/>
                </a:solidFill>
                <a:latin typeface="Calibri" charset="0"/>
                <a:ea typeface="MS PGothic" charset="-128"/>
              </a:defRPr>
            </a:lvl9pPr>
          </a:lstStyle>
          <a:p>
            <a:pPr eaLnBrk="1" hangingPunct="1">
              <a:spcBef>
                <a:spcPct val="50000"/>
              </a:spcBef>
            </a:pPr>
            <a:endParaRPr lang="en-US" altLang="en-US" sz="900">
              <a:latin typeface="CMMI10" charset="0"/>
            </a:endParaRPr>
          </a:p>
        </p:txBody>
      </p:sp>
      <p:sp>
        <p:nvSpPr>
          <p:cNvPr id="11268" name="Rectangle 5"/>
          <p:cNvSpPr>
            <a:spLocks noChangeArrowheads="1"/>
          </p:cNvSpPr>
          <p:nvPr/>
        </p:nvSpPr>
        <p:spPr bwMode="auto">
          <a:xfrm>
            <a:off x="5510296" y="1283975"/>
            <a:ext cx="3256434" cy="1823789"/>
          </a:xfrm>
          <a:prstGeom prst="rect">
            <a:avLst/>
          </a:prstGeom>
          <a:noFill/>
          <a:ln w="1905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marL="457200" indent="-457200">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eaLnBrk="0" fontAlgn="base" hangingPunct="0">
              <a:spcBef>
                <a:spcPct val="0"/>
              </a:spcBef>
              <a:spcAft>
                <a:spcPct val="0"/>
              </a:spcAft>
              <a:defRPr>
                <a:solidFill>
                  <a:schemeClr val="tx1"/>
                </a:solidFill>
                <a:latin typeface="Calibri" charset="0"/>
                <a:ea typeface="MS PGothic" charset="-128"/>
              </a:defRPr>
            </a:lvl6pPr>
            <a:lvl7pPr marL="2971800" indent="-228600" eaLnBrk="0" fontAlgn="base" hangingPunct="0">
              <a:spcBef>
                <a:spcPct val="0"/>
              </a:spcBef>
              <a:spcAft>
                <a:spcPct val="0"/>
              </a:spcAft>
              <a:defRPr>
                <a:solidFill>
                  <a:schemeClr val="tx1"/>
                </a:solidFill>
                <a:latin typeface="Calibri" charset="0"/>
                <a:ea typeface="MS PGothic" charset="-128"/>
              </a:defRPr>
            </a:lvl7pPr>
            <a:lvl8pPr marL="3429000" indent="-228600" eaLnBrk="0" fontAlgn="base" hangingPunct="0">
              <a:spcBef>
                <a:spcPct val="0"/>
              </a:spcBef>
              <a:spcAft>
                <a:spcPct val="0"/>
              </a:spcAft>
              <a:defRPr>
                <a:solidFill>
                  <a:schemeClr val="tx1"/>
                </a:solidFill>
                <a:latin typeface="Calibri" charset="0"/>
                <a:ea typeface="MS PGothic" charset="-128"/>
              </a:defRPr>
            </a:lvl8pPr>
            <a:lvl9pPr marL="3886200" indent="-228600" eaLnBrk="0" fontAlgn="base" hangingPunct="0">
              <a:spcBef>
                <a:spcPct val="0"/>
              </a:spcBef>
              <a:spcAft>
                <a:spcPct val="0"/>
              </a:spcAft>
              <a:defRPr>
                <a:solidFill>
                  <a:schemeClr val="tx1"/>
                </a:solidFill>
                <a:latin typeface="Calibri" charset="0"/>
                <a:ea typeface="MS PGothic" charset="-128"/>
              </a:defRPr>
            </a:lvl9pPr>
          </a:lstStyle>
          <a:p>
            <a:pPr marL="341313" indent="-341313" eaLnBrk="1" hangingPunct="1">
              <a:buFontTx/>
              <a:buAutoNum type="arabicPeriod"/>
            </a:pPr>
            <a:r>
              <a:rPr lang="en-US" altLang="en-US" sz="1800" dirty="0">
                <a:latin typeface="Helvetica" charset="0"/>
                <a:ea typeface="Helvetica" charset="0"/>
                <a:cs typeface="Helvetica" charset="0"/>
              </a:rPr>
              <a:t>Is there a difference in the time taken to perform a </a:t>
            </a:r>
            <a:r>
              <a:rPr lang="en-US" altLang="en-US" sz="1800" dirty="0" smtClean="0">
                <a:latin typeface="Helvetica" charset="0"/>
                <a:ea typeface="Helvetica" charset="0"/>
                <a:cs typeface="Helvetica" charset="0"/>
              </a:rPr>
              <a:t>task?</a:t>
            </a:r>
          </a:p>
          <a:p>
            <a:pPr marL="341313" indent="-341313" eaLnBrk="1" hangingPunct="1">
              <a:buFontTx/>
              <a:buAutoNum type="arabicPeriod"/>
            </a:pPr>
            <a:endParaRPr lang="en-US" altLang="en-US" sz="1800" dirty="0" smtClean="0">
              <a:latin typeface="Helvetica" charset="0"/>
              <a:ea typeface="Helvetica" charset="0"/>
              <a:cs typeface="Helvetica" charset="0"/>
            </a:endParaRPr>
          </a:p>
          <a:p>
            <a:pPr marL="341313" indent="-341313" eaLnBrk="1" hangingPunct="1">
              <a:buFontTx/>
              <a:buAutoNum type="arabicPeriod"/>
            </a:pPr>
            <a:r>
              <a:rPr lang="en-US" altLang="en-US" sz="1800" dirty="0" smtClean="0">
                <a:latin typeface="Helvetica" charset="0"/>
                <a:ea typeface="Helvetica" charset="0"/>
                <a:cs typeface="Helvetica" charset="0"/>
              </a:rPr>
              <a:t>Which </a:t>
            </a:r>
            <a:r>
              <a:rPr lang="en-US" altLang="en-US" sz="1800" dirty="0">
                <a:latin typeface="Helvetica" charset="0"/>
                <a:ea typeface="Helvetica" charset="0"/>
                <a:cs typeface="Helvetica" charset="0"/>
              </a:rPr>
              <a:t>layout is more effective?</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9406" y="1276350"/>
            <a:ext cx="3498094" cy="3012141"/>
          </a:xfrm>
          <a:prstGeom prst="rect">
            <a:avLst/>
          </a:prstGeom>
        </p:spPr>
      </p:pic>
      <p:sp>
        <p:nvSpPr>
          <p:cNvPr id="7" name="标题 1"/>
          <p:cNvSpPr txBox="1">
            <a:spLocks/>
          </p:cNvSpPr>
          <p:nvPr/>
        </p:nvSpPr>
        <p:spPr>
          <a:xfrm>
            <a:off x="124064" y="220032"/>
            <a:ext cx="8562392" cy="676439"/>
          </a:xfrm>
          <a:prstGeom prst="rect">
            <a:avLst/>
          </a:prstGeom>
        </p:spPr>
        <p:txBody>
          <a:bodyPr>
            <a:noAutofit/>
          </a:bodyPr>
          <a:lstStyle>
            <a:lvl1pPr algn="l" defTabSz="457200" rtl="0" eaLnBrk="1" latinLnBrk="0" hangingPunct="1">
              <a:spcBef>
                <a:spcPct val="0"/>
              </a:spcBef>
              <a:buNone/>
              <a:defRPr lang="en-US" sz="3200" kern="1200" dirty="0">
                <a:solidFill>
                  <a:schemeClr val="tx1"/>
                </a:solidFill>
                <a:latin typeface="Vitesse Bold"/>
                <a:ea typeface="+mj-ea"/>
                <a:cs typeface="Vitesse Bold"/>
              </a:defRPr>
            </a:lvl1pPr>
          </a:lstStyle>
          <a:p>
            <a:r>
              <a:rPr kumimoji="1" lang="en-US" altLang="zh-CN" sz="3600" dirty="0" smtClean="0">
                <a:latin typeface="Vitesse"/>
              </a:rPr>
              <a:t>Operation Time by Keyboard Layout</a:t>
            </a:r>
            <a:endParaRPr kumimoji="1" lang="en-US" altLang="zh-CN" sz="3600" dirty="0">
              <a:latin typeface="Vitesse"/>
            </a:endParaRPr>
          </a:p>
        </p:txBody>
      </p:sp>
    </p:spTree>
    <p:extLst>
      <p:ext uri="{BB962C8B-B14F-4D97-AF65-F5344CB8AC3E}">
        <p14:creationId xmlns:p14="http://schemas.microsoft.com/office/powerpoint/2010/main" val="22221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3"/>
          <p:cNvSpPr txBox="1">
            <a:spLocks noChangeArrowheads="1"/>
          </p:cNvSpPr>
          <p:nvPr/>
        </p:nvSpPr>
        <p:spPr bwMode="auto">
          <a:xfrm>
            <a:off x="134725" y="1014536"/>
            <a:ext cx="8070153" cy="2723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eaLnBrk="0" fontAlgn="base" hangingPunct="0">
              <a:spcBef>
                <a:spcPct val="0"/>
              </a:spcBef>
              <a:spcAft>
                <a:spcPct val="0"/>
              </a:spcAft>
              <a:defRPr>
                <a:solidFill>
                  <a:schemeClr val="tx1"/>
                </a:solidFill>
                <a:latin typeface="Calibri" charset="0"/>
                <a:ea typeface="MS PGothic" charset="-128"/>
              </a:defRPr>
            </a:lvl6pPr>
            <a:lvl7pPr marL="2971800" indent="-228600" eaLnBrk="0" fontAlgn="base" hangingPunct="0">
              <a:spcBef>
                <a:spcPct val="0"/>
              </a:spcBef>
              <a:spcAft>
                <a:spcPct val="0"/>
              </a:spcAft>
              <a:defRPr>
                <a:solidFill>
                  <a:schemeClr val="tx1"/>
                </a:solidFill>
                <a:latin typeface="Calibri" charset="0"/>
                <a:ea typeface="MS PGothic" charset="-128"/>
              </a:defRPr>
            </a:lvl7pPr>
            <a:lvl8pPr marL="3429000" indent="-228600" eaLnBrk="0" fontAlgn="base" hangingPunct="0">
              <a:spcBef>
                <a:spcPct val="0"/>
              </a:spcBef>
              <a:spcAft>
                <a:spcPct val="0"/>
              </a:spcAft>
              <a:defRPr>
                <a:solidFill>
                  <a:schemeClr val="tx1"/>
                </a:solidFill>
                <a:latin typeface="Calibri" charset="0"/>
                <a:ea typeface="MS PGothic" charset="-128"/>
              </a:defRPr>
            </a:lvl8pPr>
            <a:lvl9pPr marL="3886200" indent="-228600" eaLnBrk="0" fontAlgn="base" hangingPunct="0">
              <a:spcBef>
                <a:spcPct val="0"/>
              </a:spcBef>
              <a:spcAft>
                <a:spcPct val="0"/>
              </a:spcAft>
              <a:defRPr>
                <a:solidFill>
                  <a:schemeClr val="tx1"/>
                </a:solidFill>
                <a:latin typeface="Calibri" charset="0"/>
                <a:ea typeface="MS PGothic" charset="-128"/>
              </a:defRPr>
            </a:lvl9pPr>
          </a:lstStyle>
          <a:p>
            <a:pPr eaLnBrk="1" hangingPunct="1">
              <a:spcBef>
                <a:spcPct val="50000"/>
              </a:spcBef>
            </a:pPr>
            <a:r>
              <a:rPr lang="en-US" altLang="en-US" sz="1800" dirty="0">
                <a:latin typeface="Helvetica" charset="0"/>
                <a:ea typeface="Helvetica" charset="0"/>
                <a:cs typeface="Helvetica" charset="0"/>
              </a:rPr>
              <a:t>Primary objectives in ANOVA:</a:t>
            </a:r>
          </a:p>
          <a:p>
            <a:pPr eaLnBrk="1" hangingPunct="1">
              <a:spcBef>
                <a:spcPct val="50000"/>
              </a:spcBef>
              <a:buFontTx/>
              <a:buAutoNum type="arabicPeriod"/>
            </a:pPr>
            <a:r>
              <a:rPr lang="en-US" altLang="en-US" sz="1800" dirty="0">
                <a:latin typeface="Helvetica" charset="0"/>
                <a:ea typeface="Helvetica" charset="0"/>
                <a:cs typeface="Helvetica" charset="0"/>
              </a:rPr>
              <a:t>Analysis of the variability in the data – the ANOVA table</a:t>
            </a:r>
          </a:p>
          <a:p>
            <a:pPr eaLnBrk="1" hangingPunct="1">
              <a:spcBef>
                <a:spcPct val="50000"/>
              </a:spcBef>
              <a:buFontTx/>
              <a:buAutoNum type="arabicPeriod"/>
            </a:pPr>
            <a:r>
              <a:rPr lang="en-US" altLang="en-US" sz="1800" dirty="0">
                <a:latin typeface="Helvetica" charset="0"/>
                <a:ea typeface="Helvetica" charset="0"/>
                <a:cs typeface="Helvetica" charset="0"/>
              </a:rPr>
              <a:t>Testing for equal means</a:t>
            </a:r>
          </a:p>
          <a:p>
            <a:pPr eaLnBrk="1" hangingPunct="1">
              <a:spcBef>
                <a:spcPct val="50000"/>
              </a:spcBef>
              <a:buFontTx/>
              <a:buAutoNum type="arabicPeriod"/>
            </a:pPr>
            <a:endParaRPr lang="en-US" altLang="en-US" sz="1800" dirty="0">
              <a:latin typeface="Helvetica" charset="0"/>
              <a:ea typeface="Helvetica" charset="0"/>
              <a:cs typeface="Helvetica" charset="0"/>
            </a:endParaRPr>
          </a:p>
          <a:p>
            <a:pPr eaLnBrk="1" hangingPunct="1">
              <a:spcBef>
                <a:spcPct val="50000"/>
              </a:spcBef>
              <a:buFontTx/>
              <a:buAutoNum type="arabicPeriod"/>
            </a:pPr>
            <a:r>
              <a:rPr lang="en-US" altLang="en-US" sz="1800" dirty="0">
                <a:latin typeface="Helvetica" charset="0"/>
                <a:ea typeface="Helvetica" charset="0"/>
                <a:cs typeface="Helvetica" charset="0"/>
              </a:rPr>
              <a:t>Estimation of simultaneous confidence intervals for the mean differences</a:t>
            </a:r>
          </a:p>
          <a:p>
            <a:pPr marL="0" indent="0" eaLnBrk="1" hangingPunct="1">
              <a:spcBef>
                <a:spcPct val="50000"/>
              </a:spcBef>
            </a:pPr>
            <a:r>
              <a:rPr lang="en-US" altLang="en-US" sz="1800" dirty="0">
                <a:latin typeface="Helvetica" charset="0"/>
                <a:ea typeface="Helvetica" charset="0"/>
                <a:cs typeface="Helvetica" charset="0"/>
              </a:rPr>
              <a:t/>
            </a:r>
            <a:br>
              <a:rPr lang="en-US" altLang="en-US" sz="1800" dirty="0">
                <a:latin typeface="Helvetica" charset="0"/>
                <a:ea typeface="Helvetica" charset="0"/>
                <a:cs typeface="Helvetica" charset="0"/>
              </a:rPr>
            </a:br>
            <a:r>
              <a:rPr lang="en-US" altLang="en-US" sz="1800" dirty="0">
                <a:latin typeface="Helvetica" charset="0"/>
                <a:ea typeface="Helvetica" charset="0"/>
                <a:cs typeface="Helvetica" charset="0"/>
              </a:rPr>
              <a:t>        </a:t>
            </a:r>
          </a:p>
        </p:txBody>
      </p:sp>
      <p:sp>
        <p:nvSpPr>
          <p:cNvPr id="7" name="标题 1"/>
          <p:cNvSpPr>
            <a:spLocks noGrp="1"/>
          </p:cNvSpPr>
          <p:nvPr>
            <p:ph type="title"/>
          </p:nvPr>
        </p:nvSpPr>
        <p:spPr>
          <a:xfrm>
            <a:off x="147513" y="207962"/>
            <a:ext cx="6182318" cy="693649"/>
          </a:xfrm>
        </p:spPr>
        <p:txBody>
          <a:bodyPr/>
          <a:lstStyle/>
          <a:p>
            <a:r>
              <a:rPr kumimoji="1" lang="en-US" altLang="zh-CN" sz="3600" dirty="0" smtClean="0">
                <a:latin typeface="Vitesse"/>
              </a:rPr>
              <a:t>ANOVA: Objectives</a:t>
            </a:r>
            <a:endParaRPr kumimoji="1" lang="zh-CN" altLang="en-US" sz="3600" dirty="0">
              <a:latin typeface="Vitesse"/>
            </a:endParaRPr>
          </a:p>
        </p:txBody>
      </p:sp>
      <mc:AlternateContent xmlns:mc="http://schemas.openxmlformats.org/markup-compatibility/2006" xmlns:a14="http://schemas.microsoft.com/office/drawing/2010/main">
        <mc:Choice Requires="a14">
          <p:sp>
            <p:nvSpPr>
              <p:cNvPr id="9" name="Text Box 14"/>
              <p:cNvSpPr txBox="1">
                <a:spLocks noChangeArrowheads="1"/>
              </p:cNvSpPr>
              <p:nvPr/>
            </p:nvSpPr>
            <p:spPr bwMode="auto">
              <a:xfrm>
                <a:off x="692194" y="2244417"/>
                <a:ext cx="2581641" cy="369094"/>
              </a:xfrm>
              <a:prstGeom prst="rect">
                <a:avLst/>
              </a:prstGeom>
              <a:noFill/>
              <a:ln w="19050">
                <a:solidFill>
                  <a:schemeClr val="tx2"/>
                </a:solidFill>
                <a:miter lim="800000"/>
                <a:headEnd/>
                <a:tailEnd/>
              </a:ln>
              <a:extLst/>
            </p:spPr>
            <p:txBody>
              <a:bodyPr wrap="square">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eaLnBrk="0" fontAlgn="base" hangingPunct="0">
                  <a:spcBef>
                    <a:spcPct val="0"/>
                  </a:spcBef>
                  <a:spcAft>
                    <a:spcPct val="0"/>
                  </a:spcAft>
                  <a:defRPr>
                    <a:solidFill>
                      <a:schemeClr val="tx1"/>
                    </a:solidFill>
                    <a:latin typeface="Calibri" charset="0"/>
                    <a:ea typeface="MS PGothic" charset="-128"/>
                  </a:defRPr>
                </a:lvl6pPr>
                <a:lvl7pPr marL="2971800" indent="-228600" eaLnBrk="0" fontAlgn="base" hangingPunct="0">
                  <a:spcBef>
                    <a:spcPct val="0"/>
                  </a:spcBef>
                  <a:spcAft>
                    <a:spcPct val="0"/>
                  </a:spcAft>
                  <a:defRPr>
                    <a:solidFill>
                      <a:schemeClr val="tx1"/>
                    </a:solidFill>
                    <a:latin typeface="Calibri" charset="0"/>
                    <a:ea typeface="MS PGothic" charset="-128"/>
                  </a:defRPr>
                </a:lvl7pPr>
                <a:lvl8pPr marL="3429000" indent="-228600" eaLnBrk="0" fontAlgn="base" hangingPunct="0">
                  <a:spcBef>
                    <a:spcPct val="0"/>
                  </a:spcBef>
                  <a:spcAft>
                    <a:spcPct val="0"/>
                  </a:spcAft>
                  <a:defRPr>
                    <a:solidFill>
                      <a:schemeClr val="tx1"/>
                    </a:solidFill>
                    <a:latin typeface="Calibri" charset="0"/>
                    <a:ea typeface="MS PGothic" charset="-128"/>
                  </a:defRPr>
                </a:lvl8pPr>
                <a:lvl9pPr marL="3886200" indent="-228600" eaLnBrk="0" fontAlgn="base" hangingPunct="0">
                  <a:spcBef>
                    <a:spcPct val="0"/>
                  </a:spcBef>
                  <a:spcAft>
                    <a:spcPct val="0"/>
                  </a:spcAft>
                  <a:defRPr>
                    <a:solidFill>
                      <a:schemeClr val="tx1"/>
                    </a:solidFill>
                    <a:latin typeface="Calibri" charset="0"/>
                    <a:ea typeface="MS PGothic" charset="-128"/>
                  </a:defRPr>
                </a:lvl9pPr>
              </a:lstStyle>
              <a:p>
                <a:pPr>
                  <a:spcBef>
                    <a:spcPct val="50000"/>
                  </a:spcBef>
                </a:pPr>
                <a:r>
                  <a:rPr lang="en-US" altLang="en-US" sz="1800" dirty="0">
                    <a:latin typeface="Cambria Math" panose="02040503050406030204" pitchFamily="18" charset="0"/>
                    <a:ea typeface="Cambria Math" panose="02040503050406030204" pitchFamily="18" charset="0"/>
                    <a:cs typeface="KishoreFont Medium" charset="0"/>
                  </a:rPr>
                  <a:t>H</a:t>
                </a:r>
                <a:r>
                  <a:rPr lang="en-US" altLang="en-US" sz="1800" baseline="-25000" dirty="0">
                    <a:latin typeface="Cambria Math" panose="02040503050406030204" pitchFamily="18" charset="0"/>
                    <a:ea typeface="Cambria Math" panose="02040503050406030204" pitchFamily="18" charset="0"/>
                    <a:cs typeface="KishoreFont Medium" charset="0"/>
                  </a:rPr>
                  <a:t>o</a:t>
                </a:r>
                <a:r>
                  <a:rPr lang="en-US" altLang="en-US" sz="1800" dirty="0">
                    <a:latin typeface="Cambria Math" panose="02040503050406030204" pitchFamily="18" charset="0"/>
                    <a:ea typeface="Cambria Math" panose="02040503050406030204" pitchFamily="18" charset="0"/>
                    <a:cs typeface="KishoreFont Medium" charset="0"/>
                  </a:rPr>
                  <a:t> : </a:t>
                </a:r>
                <a14:m>
                  <m:oMath xmlns:m="http://schemas.openxmlformats.org/officeDocument/2006/math">
                    <m:r>
                      <a:rPr lang="en-US" altLang="en-US" sz="1800" i="1" dirty="0" smtClean="0">
                        <a:latin typeface="Cambria Math" panose="02040503050406030204" pitchFamily="18" charset="0"/>
                        <a:ea typeface="Cambria Math" panose="02040503050406030204" pitchFamily="18" charset="0"/>
                        <a:cs typeface="Cambria Math" charset="0"/>
                      </a:rPr>
                      <m:t>𝜇</m:t>
                    </m:r>
                  </m:oMath>
                </a14:m>
                <a:r>
                  <a:rPr lang="en-US" altLang="en-US" sz="1800" baseline="-25000" dirty="0">
                    <a:latin typeface="Cambria Math" panose="02040503050406030204" pitchFamily="18" charset="0"/>
                    <a:ea typeface="Cambria Math" panose="02040503050406030204" pitchFamily="18" charset="0"/>
                    <a:cs typeface="KishoreFont Medium" charset="0"/>
                  </a:rPr>
                  <a:t>1</a:t>
                </a:r>
                <a:r>
                  <a:rPr lang="en-US" altLang="en-US" sz="1800" dirty="0">
                    <a:latin typeface="Cambria Math" panose="02040503050406030204" pitchFamily="18" charset="0"/>
                    <a:ea typeface="Cambria Math" panose="02040503050406030204" pitchFamily="18" charset="0"/>
                    <a:cs typeface="KishoreFont Medium" charset="0"/>
                  </a:rPr>
                  <a:t> = </a:t>
                </a:r>
                <a14:m>
                  <m:oMath xmlns:m="http://schemas.openxmlformats.org/officeDocument/2006/math">
                    <m:r>
                      <a:rPr lang="en-US" altLang="en-US" sz="1800" i="1" dirty="0">
                        <a:latin typeface="Cambria Math" panose="02040503050406030204" pitchFamily="18" charset="0"/>
                        <a:ea typeface="Cambria Math" panose="02040503050406030204" pitchFamily="18" charset="0"/>
                        <a:cs typeface="Cambria Math" charset="0"/>
                      </a:rPr>
                      <m:t>𝜇</m:t>
                    </m:r>
                  </m:oMath>
                </a14:m>
                <a:r>
                  <a:rPr lang="en-US" altLang="en-US" sz="1800" baseline="-25000" dirty="0">
                    <a:latin typeface="Cambria Math" panose="02040503050406030204" pitchFamily="18" charset="0"/>
                    <a:ea typeface="Cambria Math" panose="02040503050406030204" pitchFamily="18" charset="0"/>
                    <a:cs typeface="KishoreFont Medium" charset="0"/>
                  </a:rPr>
                  <a:t>2</a:t>
                </a:r>
                <a:r>
                  <a:rPr lang="en-US" altLang="en-US" sz="1800" dirty="0">
                    <a:latin typeface="Cambria Math" panose="02040503050406030204" pitchFamily="18" charset="0"/>
                    <a:ea typeface="Cambria Math" panose="02040503050406030204" pitchFamily="18" charset="0"/>
                    <a:cs typeface="KishoreFont Medium" charset="0"/>
                  </a:rPr>
                  <a:t> = … = </a:t>
                </a:r>
                <a14:m>
                  <m:oMath xmlns:m="http://schemas.openxmlformats.org/officeDocument/2006/math">
                    <m:r>
                      <a:rPr lang="en-US" altLang="en-US" sz="1800" i="1" dirty="0">
                        <a:latin typeface="Cambria Math" panose="02040503050406030204" pitchFamily="18" charset="0"/>
                        <a:ea typeface="Cambria Math" panose="02040503050406030204" pitchFamily="18" charset="0"/>
                        <a:cs typeface="Cambria Math" charset="0"/>
                      </a:rPr>
                      <m:t>𝜇</m:t>
                    </m:r>
                  </m:oMath>
                </a14:m>
                <a:r>
                  <a:rPr lang="en-US" altLang="en-US" sz="1800" baseline="-25000" dirty="0" err="1">
                    <a:latin typeface="Cambria Math" panose="02040503050406030204" pitchFamily="18" charset="0"/>
                    <a:ea typeface="Cambria Math" panose="02040503050406030204" pitchFamily="18" charset="0"/>
                    <a:cs typeface="KishoreFont Medium" charset="0"/>
                  </a:rPr>
                  <a:t>k</a:t>
                </a:r>
                <a:endParaRPr lang="en-US" altLang="en-US" sz="1800" dirty="0">
                  <a:latin typeface="Cambria Math" panose="02040503050406030204" pitchFamily="18" charset="0"/>
                  <a:ea typeface="Cambria Math" panose="02040503050406030204" pitchFamily="18" charset="0"/>
                  <a:cs typeface="KishoreFont Medium" charset="0"/>
                </a:endParaRPr>
              </a:p>
            </p:txBody>
          </p:sp>
        </mc:Choice>
        <mc:Fallback xmlns="">
          <p:sp>
            <p:nvSpPr>
              <p:cNvPr id="9" name="Text Box 14"/>
              <p:cNvSpPr txBox="1">
                <a:spLocks noRot="1" noChangeAspect="1" noMove="1" noResize="1" noEditPoints="1" noAdjustHandles="1" noChangeArrowheads="1" noChangeShapeType="1" noTextEdit="1"/>
              </p:cNvSpPr>
              <p:nvPr/>
            </p:nvSpPr>
            <p:spPr bwMode="auto">
              <a:xfrm>
                <a:off x="692194" y="2244417"/>
                <a:ext cx="2581641" cy="369094"/>
              </a:xfrm>
              <a:prstGeom prst="rect">
                <a:avLst/>
              </a:prstGeom>
              <a:blipFill>
                <a:blip r:embed="rId2"/>
                <a:stretch>
                  <a:fillRect l="-1878" t="-7813" b="-18750"/>
                </a:stretch>
              </a:blipFill>
              <a:ln w="19050">
                <a:solidFill>
                  <a:schemeClr val="tx2"/>
                </a:solidFill>
                <a:miter lim="800000"/>
                <a:headEnd/>
                <a:tailEnd/>
              </a:ln>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 Box 14">
                <a:extLst>
                  <a:ext uri="{FF2B5EF4-FFF2-40B4-BE49-F238E27FC236}">
                    <a16:creationId xmlns:a16="http://schemas.microsoft.com/office/drawing/2014/main" xmlns="" id="{7919E621-C70D-46EC-A46C-2452C24167BC}"/>
                  </a:ext>
                </a:extLst>
              </p:cNvPr>
              <p:cNvSpPr txBox="1">
                <a:spLocks noChangeArrowheads="1"/>
              </p:cNvSpPr>
              <p:nvPr/>
            </p:nvSpPr>
            <p:spPr bwMode="auto">
              <a:xfrm>
                <a:off x="691095" y="3082875"/>
                <a:ext cx="2709103" cy="369094"/>
              </a:xfrm>
              <a:prstGeom prst="rect">
                <a:avLst/>
              </a:prstGeom>
              <a:noFill/>
              <a:ln w="19050">
                <a:solidFill>
                  <a:schemeClr val="tx2"/>
                </a:solidFill>
                <a:miter lim="800000"/>
                <a:headEnd/>
                <a:tailEnd/>
              </a:ln>
              <a:extLst>
                <a:ext uri="{909E8E84-426E-40DD-AFC4-6F175D3DCCD1}">
                  <a14:hiddenFill>
                    <a:solidFill>
                      <a:srgbClr val="FFFFFF"/>
                    </a:solidFill>
                  </a14:hiddenFill>
                </a:ext>
              </a:extLst>
            </p:spPr>
            <p:txBody>
              <a:bodyPr wrap="square">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eaLnBrk="0" fontAlgn="base" hangingPunct="0">
                  <a:spcBef>
                    <a:spcPct val="0"/>
                  </a:spcBef>
                  <a:spcAft>
                    <a:spcPct val="0"/>
                  </a:spcAft>
                  <a:defRPr>
                    <a:solidFill>
                      <a:schemeClr val="tx1"/>
                    </a:solidFill>
                    <a:latin typeface="Calibri" charset="0"/>
                    <a:ea typeface="MS PGothic" charset="-128"/>
                  </a:defRPr>
                </a:lvl6pPr>
                <a:lvl7pPr marL="2971800" indent="-228600" eaLnBrk="0" fontAlgn="base" hangingPunct="0">
                  <a:spcBef>
                    <a:spcPct val="0"/>
                  </a:spcBef>
                  <a:spcAft>
                    <a:spcPct val="0"/>
                  </a:spcAft>
                  <a:defRPr>
                    <a:solidFill>
                      <a:schemeClr val="tx1"/>
                    </a:solidFill>
                    <a:latin typeface="Calibri" charset="0"/>
                    <a:ea typeface="MS PGothic" charset="-128"/>
                  </a:defRPr>
                </a:lvl7pPr>
                <a:lvl8pPr marL="3429000" indent="-228600" eaLnBrk="0" fontAlgn="base" hangingPunct="0">
                  <a:spcBef>
                    <a:spcPct val="0"/>
                  </a:spcBef>
                  <a:spcAft>
                    <a:spcPct val="0"/>
                  </a:spcAft>
                  <a:defRPr>
                    <a:solidFill>
                      <a:schemeClr val="tx1"/>
                    </a:solidFill>
                    <a:latin typeface="Calibri" charset="0"/>
                    <a:ea typeface="MS PGothic" charset="-128"/>
                  </a:defRPr>
                </a:lvl8pPr>
                <a:lvl9pPr marL="3886200" indent="-228600" eaLnBrk="0" fontAlgn="base" hangingPunct="0">
                  <a:spcBef>
                    <a:spcPct val="0"/>
                  </a:spcBef>
                  <a:spcAft>
                    <a:spcPct val="0"/>
                  </a:spcAft>
                  <a:defRPr>
                    <a:solidFill>
                      <a:schemeClr val="tx1"/>
                    </a:solidFill>
                    <a:latin typeface="Calibri" charset="0"/>
                    <a:ea typeface="MS PGothic" charset="-128"/>
                  </a:defRPr>
                </a:lvl9pPr>
              </a:lstStyle>
              <a:p>
                <a:pPr>
                  <a:spcBef>
                    <a:spcPct val="50000"/>
                  </a:spcBef>
                </a:pPr>
                <a14:m>
                  <m:oMath xmlns:m="http://schemas.openxmlformats.org/officeDocument/2006/math">
                    <m:r>
                      <a:rPr lang="en-US" altLang="en-US" sz="1800" i="1" dirty="0">
                        <a:latin typeface="Cambria Math" panose="02040503050406030204" pitchFamily="18" charset="0"/>
                        <a:ea typeface="Cambria Math" panose="02040503050406030204" pitchFamily="18" charset="0"/>
                        <a:cs typeface="Cambria Math" charset="0"/>
                      </a:rPr>
                      <m:t>𝜇</m:t>
                    </m:r>
                    <m:r>
                      <a:rPr lang="en-US" altLang="en-US" sz="1800" i="1" dirty="0">
                        <a:latin typeface="Cambria Math" panose="02040503050406030204" pitchFamily="18" charset="0"/>
                        <a:ea typeface="Cambria Math" panose="02040503050406030204" pitchFamily="18" charset="0"/>
                        <a:cs typeface="Cambria Math" charset="0"/>
                      </a:rPr>
                      <m:t> </m:t>
                    </m:r>
                  </m:oMath>
                </a14:m>
                <a:r>
                  <a:rPr lang="en-US" altLang="en-US" sz="1800" baseline="-25000" dirty="0">
                    <a:latin typeface="Cambria Math" panose="02040503050406030204" pitchFamily="18" charset="0"/>
                    <a:ea typeface="Cambria Math" panose="02040503050406030204" pitchFamily="18" charset="0"/>
                    <a:cs typeface="Helvetica" charset="0"/>
                  </a:rPr>
                  <a:t>i </a:t>
                </a:r>
                <a:r>
                  <a:rPr lang="en-US" altLang="en-US" sz="1800" dirty="0">
                    <a:latin typeface="Cambria Math" panose="02040503050406030204" pitchFamily="18" charset="0"/>
                    <a:ea typeface="Cambria Math" panose="02040503050406030204" pitchFamily="18" charset="0"/>
                    <a:cs typeface="Helvetica" charset="0"/>
                  </a:rPr>
                  <a:t>– </a:t>
                </a:r>
                <a14:m>
                  <m:oMath xmlns:m="http://schemas.openxmlformats.org/officeDocument/2006/math">
                    <m:r>
                      <a:rPr lang="en-US" altLang="en-US" sz="1800" i="1" dirty="0">
                        <a:latin typeface="Cambria Math" panose="02040503050406030204" pitchFamily="18" charset="0"/>
                        <a:ea typeface="Cambria Math" panose="02040503050406030204" pitchFamily="18" charset="0"/>
                        <a:cs typeface="Cambria Math" charset="0"/>
                      </a:rPr>
                      <m:t>𝜇</m:t>
                    </m:r>
                  </m:oMath>
                </a14:m>
                <a:r>
                  <a:rPr lang="en-US" altLang="en-US" sz="1800" baseline="-25000" dirty="0">
                    <a:latin typeface="Cambria Math" panose="02040503050406030204" pitchFamily="18" charset="0"/>
                    <a:ea typeface="Cambria Math" panose="02040503050406030204" pitchFamily="18" charset="0"/>
                    <a:cs typeface="Helvetica" charset="0"/>
                  </a:rPr>
                  <a:t>j </a:t>
                </a:r>
                <a:r>
                  <a:rPr lang="en-US" altLang="en-US" sz="1800" i="1" dirty="0">
                    <a:latin typeface="Cambria Math" panose="02040503050406030204" pitchFamily="18" charset="0"/>
                    <a:ea typeface="Cambria Math" panose="02040503050406030204" pitchFamily="18" charset="0"/>
                    <a:cs typeface="Helvetica" charset="0"/>
                  </a:rPr>
                  <a:t>  </a:t>
                </a:r>
                <a:r>
                  <a:rPr lang="en-US" altLang="en-US" sz="1800" i="1" dirty="0">
                    <a:latin typeface="Helvetica" panose="020B0604020202020204" pitchFamily="34" charset="0"/>
                    <a:ea typeface="Cambria Math" panose="02040503050406030204" pitchFamily="18" charset="0"/>
                    <a:cs typeface="Helvetica" panose="020B0604020202020204" pitchFamily="34" charset="0"/>
                  </a:rPr>
                  <a:t>for </a:t>
                </a:r>
                <a:r>
                  <a:rPr lang="en-US" altLang="en-US" sz="1800" i="1" dirty="0" err="1">
                    <a:latin typeface="Helvetica" panose="020B0604020202020204" pitchFamily="34" charset="0"/>
                    <a:ea typeface="Cambria Math" panose="02040503050406030204" pitchFamily="18" charset="0"/>
                    <a:cs typeface="Helvetica" panose="020B0604020202020204" pitchFamily="34" charset="0"/>
                  </a:rPr>
                  <a:t>i</a:t>
                </a:r>
                <a:r>
                  <a:rPr lang="en-US" altLang="en-US" sz="1800" i="1" dirty="0">
                    <a:latin typeface="Helvetica" panose="020B0604020202020204" pitchFamily="34" charset="0"/>
                    <a:ea typeface="Cambria Math" panose="02040503050406030204" pitchFamily="18" charset="0"/>
                    <a:cs typeface="Helvetica" panose="020B0604020202020204" pitchFamily="34" charset="0"/>
                  </a:rPr>
                  <a:t> and j =1,…,k</a:t>
                </a:r>
                <a:endParaRPr lang="en-US" altLang="en-US" sz="1800" dirty="0">
                  <a:latin typeface="Helvetica" panose="020B0604020202020204" pitchFamily="34" charset="0"/>
                  <a:ea typeface="Cambria Math" panose="02040503050406030204" pitchFamily="18" charset="0"/>
                  <a:cs typeface="Helvetica" panose="020B0604020202020204" pitchFamily="34" charset="0"/>
                </a:endParaRPr>
              </a:p>
            </p:txBody>
          </p:sp>
        </mc:Choice>
        <mc:Fallback xmlns="">
          <p:sp>
            <p:nvSpPr>
              <p:cNvPr id="10" name="Text Box 14">
                <a:extLst>
                  <a:ext uri="{FF2B5EF4-FFF2-40B4-BE49-F238E27FC236}">
                    <a16:creationId xmlns:a16="http://schemas.microsoft.com/office/drawing/2014/main" id="{7919E621-C70D-46EC-A46C-2452C24167BC}"/>
                  </a:ext>
                </a:extLst>
              </p:cNvPr>
              <p:cNvSpPr txBox="1">
                <a:spLocks noRot="1" noChangeAspect="1" noMove="1" noResize="1" noEditPoints="1" noAdjustHandles="1" noChangeArrowheads="1" noChangeShapeType="1" noTextEdit="1"/>
              </p:cNvSpPr>
              <p:nvPr/>
            </p:nvSpPr>
            <p:spPr bwMode="auto">
              <a:xfrm>
                <a:off x="691095" y="3082875"/>
                <a:ext cx="2709103" cy="369094"/>
              </a:xfrm>
              <a:prstGeom prst="rect">
                <a:avLst/>
              </a:prstGeom>
              <a:blipFill>
                <a:blip r:embed="rId3"/>
                <a:stretch>
                  <a:fillRect t="-9524" b="-22222"/>
                </a:stretch>
              </a:blipFill>
              <a:ln w="1905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lstStyle/>
              <a:p>
                <a:r>
                  <a:rPr lang="en-US">
                    <a:noFill/>
                  </a:rPr>
                  <a:t> </a:t>
                </a:r>
              </a:p>
            </p:txBody>
          </p:sp>
        </mc:Fallback>
      </mc:AlternateContent>
    </p:spTree>
    <p:extLst>
      <p:ext uri="{BB962C8B-B14F-4D97-AF65-F5344CB8AC3E}">
        <p14:creationId xmlns:p14="http://schemas.microsoft.com/office/powerpoint/2010/main" val="5090550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362">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536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362">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130156" y="213157"/>
            <a:ext cx="4727575" cy="701244"/>
          </a:xfrm>
        </p:spPr>
        <p:txBody>
          <a:bodyPr>
            <a:normAutofit/>
          </a:bodyPr>
          <a:lstStyle/>
          <a:p>
            <a:pPr>
              <a:spcBef>
                <a:spcPct val="0"/>
              </a:spcBef>
            </a:pPr>
            <a:r>
              <a:rPr lang="en-US" sz="3600" dirty="0">
                <a:latin typeface="Vitesse" charset="0"/>
                <a:ea typeface="Vitesse" charset="0"/>
                <a:cs typeface="Vitesse" charset="0"/>
              </a:rPr>
              <a:t>Summary</a:t>
            </a:r>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7759" t="6607" r="13881" b="7744"/>
          <a:stretch/>
        </p:blipFill>
        <p:spPr>
          <a:xfrm>
            <a:off x="1161904" y="1285661"/>
            <a:ext cx="2201521" cy="2406315"/>
          </a:xfrm>
          <a:prstGeom prst="rect">
            <a:avLst/>
          </a:prstGeom>
        </p:spPr>
      </p:pic>
    </p:spTree>
    <p:extLst>
      <p:ext uri="{BB962C8B-B14F-4D97-AF65-F5344CB8AC3E}">
        <p14:creationId xmlns:p14="http://schemas.microsoft.com/office/powerpoint/2010/main" val="173288935"/>
      </p:ext>
    </p:extLst>
  </p:cSld>
  <p:clrMapOvr>
    <a:masterClrMapping/>
  </p:clrMapOvr>
  <p:timing>
    <p:tnLst>
      <p:par>
        <p:cTn id="1" dur="indefinite" restart="never" nodeType="tmRoot"/>
      </p:par>
    </p:tnLst>
  </p:timing>
</p:sld>
</file>

<file path=ppt/theme/theme1.xml><?xml version="1.0" encoding="utf-8"?>
<a:theme xmlns:a="http://schemas.openxmlformats.org/drawingml/2006/main" name="1_Half Page Slash">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vert="horz" lIns="91440" tIns="45720" rIns="91440" bIns="45720" rtlCol="0">
        <a:normAutofit/>
      </a:bodyPr>
      <a:lstStyle>
        <a:defPPr algn="l">
          <a:lnSpc>
            <a:spcPts val="1200"/>
          </a:lnSpc>
          <a:defRPr sz="1200" dirty="0" smtClean="0">
            <a:solidFill>
              <a:srgbClr val="000000"/>
            </a:solidFill>
            <a:latin typeface="Helvetica"/>
            <a:cs typeface="Helvetica"/>
          </a:defRPr>
        </a:defPPr>
      </a:lstStyle>
    </a:txDef>
  </a:objectDefaults>
  <a:extraClrSchemeLst/>
</a:theme>
</file>

<file path=ppt/theme/theme2.xml><?xml version="1.0" encoding="utf-8"?>
<a:theme xmlns:a="http://schemas.openxmlformats.org/drawingml/2006/main" name="Half Page Slash">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vert="horz" lIns="91440" tIns="45720" rIns="91440" bIns="45720" rtlCol="0">
        <a:normAutofit/>
      </a:bodyPr>
      <a:lstStyle>
        <a:defPPr algn="l">
          <a:lnSpc>
            <a:spcPts val="1200"/>
          </a:lnSpc>
          <a:defRPr sz="1200" dirty="0" smtClean="0">
            <a:solidFill>
              <a:srgbClr val="000000"/>
            </a:solidFill>
            <a:latin typeface="Helvetica"/>
            <a:cs typeface="Helvetica"/>
          </a:defRPr>
        </a:defPPr>
      </a:lstStyle>
    </a:txDef>
  </a:objectDefaults>
  <a:extraClrSchemeLst/>
</a:theme>
</file>

<file path=ppt/theme/theme3.xml><?xml version="1.0" encoding="utf-8"?>
<a:theme xmlns:a="http://schemas.openxmlformats.org/drawingml/2006/main" name="Full Page Layou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16D43FDACDF02458C96071D7628C880" ma:contentTypeVersion="4" ma:contentTypeDescription="Create a new document." ma:contentTypeScope="" ma:versionID="93db545676783a71a92c456b471b0a8b">
  <xsd:schema xmlns:xsd="http://www.w3.org/2001/XMLSchema" xmlns:xs="http://www.w3.org/2001/XMLSchema" xmlns:p="http://schemas.microsoft.com/office/2006/metadata/properties" xmlns:ns1="http://schemas.microsoft.com/sharepoint/v3" xmlns:ns2="b057fda7-913b-4ab6-8820-932873bcd66c" targetNamespace="http://schemas.microsoft.com/office/2006/metadata/properties" ma:root="true" ma:fieldsID="1e1586ca1b53aa448b4e9fddfe24baf2" ns1:_="" ns2:_="">
    <xsd:import namespace="http://schemas.microsoft.com/sharepoint/v3"/>
    <xsd:import namespace="b057fda7-913b-4ab6-8820-932873bcd66c"/>
    <xsd:element name="properties">
      <xsd:complexType>
        <xsd:sequence>
          <xsd:element name="documentManagement">
            <xsd:complexType>
              <xsd:all>
                <xsd:element ref="ns1:PublishingStartDate" minOccurs="0"/>
                <xsd:element ref="ns1:PublishingExpirationDate" minOccurs="0"/>
                <xsd:element ref="ns2:SharedWithUsers" minOccurs="0"/>
                <xsd:element ref="ns2:SharingHintHash" minOccurs="0"/>
                <xsd:element ref="ns2: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Scheduling Start Date is a site column created by the Publishing feature. It is used to specify the date and time on which this page will first appear to site visitors." ma:internalName="PublishingStartDate">
      <xsd:simpleType>
        <xsd:restriction base="dms:Unknown"/>
      </xsd:simpleType>
    </xsd:element>
    <xsd:element name="PublishingExpirationDate" ma:index="9" nillable="true" ma:displayName="Scheduling End Date" ma:description="Scheduling End Date is a site column created by the Publishing feature. It is used to specify the date and time on which this page will no longer appear to site visitors."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057fda7-913b-4ab6-8820-932873bcd66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ingHintHash" ma:index="11" nillable="true" ma:displayName="Sharing Hint Hash" ma:internalName="SharingHintHash" ma:readOnly="true">
      <xsd:simpleType>
        <xsd:restriction base="dms:Text"/>
      </xsd:simple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066AAC9-B2D0-46BD-87E7-92BBFA7E106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b057fda7-913b-4ab6-8820-932873bcd66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0B8D62D-BE99-40AF-BF97-BFAE812B12CE}">
  <ds:schemaRefs>
    <ds:schemaRef ds:uri="http://schemas.openxmlformats.org/package/2006/metadata/core-properties"/>
    <ds:schemaRef ds:uri="http://schemas.microsoft.com/office/2006/documentManagement/types"/>
    <ds:schemaRef ds:uri="http://purl.org/dc/terms/"/>
    <ds:schemaRef ds:uri="http://purl.org/dc/dcmitype/"/>
    <ds:schemaRef ds:uri="http://schemas.microsoft.com/office/2006/metadata/properties"/>
    <ds:schemaRef ds:uri="http://purl.org/dc/elements/1.1/"/>
    <ds:schemaRef ds:uri="http://schemas.microsoft.com/office/infopath/2007/PartnerControls"/>
    <ds:schemaRef ds:uri="b057fda7-913b-4ab6-8820-932873bcd66c"/>
    <ds:schemaRef ds:uri="http://schemas.microsoft.com/sharepoint/v3"/>
    <ds:schemaRef ds:uri="http://www.w3.org/XML/1998/namespace"/>
  </ds:schemaRefs>
</ds:datastoreItem>
</file>

<file path=customXml/itemProps3.xml><?xml version="1.0" encoding="utf-8"?>
<ds:datastoreItem xmlns:ds="http://schemas.openxmlformats.org/officeDocument/2006/customXml" ds:itemID="{F28EF043-B0E6-49AE-B312-D395614284A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1195</TotalTime>
  <Words>306</Words>
  <Application>Microsoft Office PowerPoint</Application>
  <PresentationFormat>On-screen Show (16:9)</PresentationFormat>
  <Paragraphs>59</Paragraphs>
  <Slides>9</Slides>
  <Notes>2</Notes>
  <HiddenSlides>0</HiddenSlides>
  <MMClips>0</MMClips>
  <ScaleCrop>false</ScaleCrop>
  <HeadingPairs>
    <vt:vector size="8" baseType="variant">
      <vt:variant>
        <vt:lpstr>Fonts Used</vt:lpstr>
      </vt:variant>
      <vt:variant>
        <vt:i4>14</vt:i4>
      </vt:variant>
      <vt:variant>
        <vt:lpstr>Theme</vt:lpstr>
      </vt:variant>
      <vt:variant>
        <vt:i4>3</vt:i4>
      </vt:variant>
      <vt:variant>
        <vt:lpstr>Embedded OLE Servers</vt:lpstr>
      </vt:variant>
      <vt:variant>
        <vt:i4>1</vt:i4>
      </vt:variant>
      <vt:variant>
        <vt:lpstr>Slide Titles</vt:lpstr>
      </vt:variant>
      <vt:variant>
        <vt:i4>9</vt:i4>
      </vt:variant>
    </vt:vector>
  </HeadingPairs>
  <TitlesOfParts>
    <vt:vector size="27" baseType="lpstr">
      <vt:lpstr>MS PGothic</vt:lpstr>
      <vt:lpstr>宋体</vt:lpstr>
      <vt:lpstr>Arial</vt:lpstr>
      <vt:lpstr>Calibri</vt:lpstr>
      <vt:lpstr>Cambria Math</vt:lpstr>
      <vt:lpstr>CMMI10</vt:lpstr>
      <vt:lpstr>DengXian</vt:lpstr>
      <vt:lpstr>Helvetica</vt:lpstr>
      <vt:lpstr>KishoreFont Medium</vt:lpstr>
      <vt:lpstr>Times New Roman</vt:lpstr>
      <vt:lpstr>Vitesse</vt:lpstr>
      <vt:lpstr>Vitesse Bold</vt:lpstr>
      <vt:lpstr>Vitesse Book</vt:lpstr>
      <vt:lpstr>Vitesse Medium</vt:lpstr>
      <vt:lpstr>1_Half Page Slash</vt:lpstr>
      <vt:lpstr>Half Page Slash</vt:lpstr>
      <vt:lpstr>Full Page Layout</vt:lpstr>
      <vt:lpstr>Equation</vt:lpstr>
      <vt:lpstr>PowerPoint Presentation</vt:lpstr>
      <vt:lpstr>PowerPoint Presentation</vt:lpstr>
      <vt:lpstr>ANOVA: Analysis of Variance</vt:lpstr>
      <vt:lpstr>ANOVA Example 1: Global Suicide</vt:lpstr>
      <vt:lpstr>PowerPoint Presentation</vt:lpstr>
      <vt:lpstr>PowerPoint Presentation</vt:lpstr>
      <vt:lpstr>PowerPoint Presentation</vt:lpstr>
      <vt:lpstr>ANOVA: Objectives</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Richard Levine</dc:creator>
  <cp:lastModifiedBy>Aymee Garcia</cp:lastModifiedBy>
  <cp:revision>197</cp:revision>
  <dcterms:modified xsi:type="dcterms:W3CDTF">2020-05-17T09:15:41Z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0x010100E16D43FDACDF02458C96071D7628C880</vt:lpwstr>
  </property>
</Properties>
</file>